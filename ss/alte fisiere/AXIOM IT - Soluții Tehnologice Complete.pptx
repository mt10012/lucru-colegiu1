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1579007f335f1cea06ace2618e47acf8384552b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6" r="3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628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A1628">
                  <a:alpha val="95000"/>
                </a:srgbClr>
              </a:gs>
            </a:gsLst>
            <a:lin ang="2700000" scaled="1"/>
          </a:gradFill>
          <a:ln/>
        </p:spPr>
      </p:sp>
      <p:pic>
        <p:nvPicPr>
          <p:cNvPr id="4" name="Image 1" descr="https://statics.moonshot.cn/kimi-ppt/html-gen/static/image-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914400" cy="762000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10388203" y="647568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Transformare Digitală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81000" y="2266983"/>
            <a:ext cx="688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AXIOM IT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3486216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4"/>
          <p:cNvSpPr/>
          <p:nvPr/>
        </p:nvSpPr>
        <p:spPr>
          <a:xfrm>
            <a:off x="381000" y="3943284"/>
            <a:ext cx="6657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Tehnologice Complete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81000" y="4743318"/>
            <a:ext cx="657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Partenerul tău de încredere în transformarea digitală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16719" y="624830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7"/>
          <p:cNvSpPr/>
          <p:nvPr/>
        </p:nvSpPr>
        <p:spPr>
          <a:xfrm>
            <a:off x="733392" y="6210267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442145" y="62483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9"/>
          <p:cNvSpPr/>
          <p:nvPr/>
        </p:nvSpPr>
        <p:spPr>
          <a:xfrm>
            <a:off x="1770724" y="6210267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www.axiom-it.ro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09369" y="400017"/>
            <a:ext cx="2247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Cuprins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34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6292" y="1490927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083" y="16867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24933" y="1686719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5884" y="1686719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Despre AXIOM 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5884" y="2067388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Misiune, viziune și valori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9826" y="1490927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5617" y="16867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68467" y="1686719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9419" y="1686719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pentru Startup-uri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49419" y="2067388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Infrastructură scalabilă și securitate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6292" y="2795819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2083" y="299161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24933" y="299161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5884" y="299161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pentru IMM-uri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5884" y="3372280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Transformare digitală și automatizare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29826" y="2795819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5617" y="299161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68467" y="299161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49419" y="299161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Enterprise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49419" y="3372280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Infrastructură complexă și securitate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6292" y="4100711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2083" y="42965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24933" y="429650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5884" y="4296503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Sector Public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5884" y="4677171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Digitalizare și e-guvernare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9826" y="4100711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25617" y="42965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468467" y="429650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49419" y="4296503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FinTech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49419" y="4677171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banking și securitate financiară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6292" y="5405768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2083" y="56015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24933" y="560156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05884" y="560156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Healthcare IT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05884" y="5982229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EHR și conformitate HIPAA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9826" y="5405768"/>
            <a:ext cx="5477933" cy="1067858"/>
          </a:xfrm>
          <a:custGeom>
            <a:avLst/>
            <a:gdLst/>
            <a:ahLst/>
            <a:cxnLst/>
            <a:rect l="l" t="t" r="r" b="b"/>
            <a:pathLst>
              <a:path w="5477933" h="1067858">
                <a:moveTo>
                  <a:pt x="114304" y="0"/>
                </a:moveTo>
                <a:lnTo>
                  <a:pt x="5363630" y="0"/>
                </a:lnTo>
                <a:cubicBezTo>
                  <a:pt x="5426758" y="0"/>
                  <a:pt x="5477933" y="51175"/>
                  <a:pt x="5477933" y="114304"/>
                </a:cubicBezTo>
                <a:lnTo>
                  <a:pt x="5477933" y="953555"/>
                </a:lnTo>
                <a:cubicBezTo>
                  <a:pt x="5477933" y="1016683"/>
                  <a:pt x="5426758" y="1067858"/>
                  <a:pt x="5363630" y="1067858"/>
                </a:cubicBezTo>
                <a:lnTo>
                  <a:pt x="114304" y="1067858"/>
                </a:lnTo>
                <a:cubicBezTo>
                  <a:pt x="51175" y="1067858"/>
                  <a:pt x="0" y="1016683"/>
                  <a:pt x="0" y="95355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4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5617" y="56015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468467" y="560156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49419" y="560156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ce AXIOM IT?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49419" y="5982229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Avantaje competitive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18" y="379518"/>
            <a:ext cx="75904" cy="607228"/>
          </a:xfrm>
          <a:custGeom>
            <a:avLst/>
            <a:gdLst/>
            <a:ahLst/>
            <a:cxnLst/>
            <a:rect l="l" t="t" r="r" b="b"/>
            <a:pathLst>
              <a:path w="75904" h="607228">
                <a:moveTo>
                  <a:pt x="0" y="0"/>
                </a:moveTo>
                <a:lnTo>
                  <a:pt x="75904" y="0"/>
                </a:lnTo>
                <a:lnTo>
                  <a:pt x="75904" y="607228"/>
                </a:lnTo>
                <a:lnTo>
                  <a:pt x="0" y="607228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06997" y="455289"/>
            <a:ext cx="3700296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Despre AXIOM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18" y="1138388"/>
            <a:ext cx="11432965" cy="37952"/>
          </a:xfrm>
          <a:custGeom>
            <a:avLst/>
            <a:gdLst/>
            <a:ahLst/>
            <a:cxnLst/>
            <a:rect l="l" t="t" r="r" b="b"/>
            <a:pathLst>
              <a:path w="11432965" h="37952">
                <a:moveTo>
                  <a:pt x="0" y="0"/>
                </a:moveTo>
                <a:lnTo>
                  <a:pt x="11432965" y="0"/>
                </a:lnTo>
                <a:lnTo>
                  <a:pt x="11432965" y="37952"/>
                </a:lnTo>
                <a:lnTo>
                  <a:pt x="0" y="3795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789" y="1409189"/>
            <a:ext cx="5314299" cy="2259183"/>
          </a:xfrm>
          <a:custGeom>
            <a:avLst/>
            <a:gdLst/>
            <a:ahLst/>
            <a:cxnLst/>
            <a:rect l="l" t="t" r="r" b="b"/>
            <a:pathLst>
              <a:path w="5314299" h="2259183">
                <a:moveTo>
                  <a:pt x="151817" y="0"/>
                </a:moveTo>
                <a:lnTo>
                  <a:pt x="5162482" y="0"/>
                </a:lnTo>
                <a:cubicBezTo>
                  <a:pt x="5246328" y="0"/>
                  <a:pt x="5314299" y="67971"/>
                  <a:pt x="5314299" y="151817"/>
                </a:cubicBezTo>
                <a:lnTo>
                  <a:pt x="5314299" y="2107366"/>
                </a:lnTo>
                <a:cubicBezTo>
                  <a:pt x="5314299" y="2191213"/>
                  <a:pt x="5246328" y="2259183"/>
                  <a:pt x="5162482" y="2259183"/>
                </a:cubicBezTo>
                <a:lnTo>
                  <a:pt x="151817" y="2259183"/>
                </a:lnTo>
                <a:cubicBezTo>
                  <a:pt x="68027" y="2259183"/>
                  <a:pt x="0" y="2191156"/>
                  <a:pt x="0" y="2107366"/>
                </a:cubicBezTo>
                <a:lnTo>
                  <a:pt x="0" y="151817"/>
                </a:lnTo>
                <a:cubicBezTo>
                  <a:pt x="0" y="68027"/>
                  <a:pt x="68027" y="0"/>
                  <a:pt x="15181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704" y="1642106"/>
            <a:ext cx="531325" cy="531325"/>
          </a:xfrm>
          <a:custGeom>
            <a:avLst/>
            <a:gdLst/>
            <a:ahLst/>
            <a:cxnLst/>
            <a:rect l="l" t="t" r="r" b="b"/>
            <a:pathLst>
              <a:path w="531325" h="531325">
                <a:moveTo>
                  <a:pt x="113858" y="0"/>
                </a:moveTo>
                <a:lnTo>
                  <a:pt x="417467" y="0"/>
                </a:lnTo>
                <a:cubicBezTo>
                  <a:pt x="480307" y="0"/>
                  <a:pt x="531325" y="51018"/>
                  <a:pt x="531325" y="113858"/>
                </a:cubicBezTo>
                <a:lnTo>
                  <a:pt x="531325" y="417467"/>
                </a:lnTo>
                <a:cubicBezTo>
                  <a:pt x="531325" y="480307"/>
                  <a:pt x="480307" y="531325"/>
                  <a:pt x="417467" y="531325"/>
                </a:cubicBezTo>
                <a:lnTo>
                  <a:pt x="113858" y="531325"/>
                </a:lnTo>
                <a:cubicBezTo>
                  <a:pt x="51018" y="531325"/>
                  <a:pt x="0" y="480307"/>
                  <a:pt x="0" y="417467"/>
                </a:cubicBezTo>
                <a:lnTo>
                  <a:pt x="0" y="113858"/>
                </a:lnTo>
                <a:cubicBezTo>
                  <a:pt x="0" y="51018"/>
                  <a:pt x="51018" y="0"/>
                  <a:pt x="11385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544" y="179381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99247" y="113855"/>
                </a:moveTo>
                <a:cubicBezTo>
                  <a:pt x="199247" y="66726"/>
                  <a:pt x="160984" y="28464"/>
                  <a:pt x="113855" y="28464"/>
                </a:cubicBezTo>
                <a:cubicBezTo>
                  <a:pt x="66726" y="28464"/>
                  <a:pt x="28464" y="66726"/>
                  <a:pt x="28464" y="113855"/>
                </a:cubicBezTo>
                <a:cubicBezTo>
                  <a:pt x="28464" y="160984"/>
                  <a:pt x="66726" y="199247"/>
                  <a:pt x="113855" y="199247"/>
                </a:cubicBezTo>
                <a:cubicBezTo>
                  <a:pt x="160984" y="199247"/>
                  <a:pt x="199247" y="160984"/>
                  <a:pt x="199247" y="113855"/>
                </a:cubicBezTo>
                <a:close/>
                <a:moveTo>
                  <a:pt x="0" y="113855"/>
                </a:moveTo>
                <a:cubicBezTo>
                  <a:pt x="0" y="51017"/>
                  <a:pt x="51017" y="0"/>
                  <a:pt x="113855" y="0"/>
                </a:cubicBezTo>
                <a:cubicBezTo>
                  <a:pt x="176694" y="0"/>
                  <a:pt x="227711" y="51017"/>
                  <a:pt x="227711" y="113855"/>
                </a:cubicBezTo>
                <a:cubicBezTo>
                  <a:pt x="227711" y="176694"/>
                  <a:pt x="176694" y="227711"/>
                  <a:pt x="113855" y="227711"/>
                </a:cubicBezTo>
                <a:cubicBezTo>
                  <a:pt x="51017" y="227711"/>
                  <a:pt x="0" y="176694"/>
                  <a:pt x="0" y="113855"/>
                </a:cubicBezTo>
                <a:close/>
                <a:moveTo>
                  <a:pt x="113855" y="149435"/>
                </a:moveTo>
                <a:cubicBezTo>
                  <a:pt x="133492" y="149435"/>
                  <a:pt x="149435" y="133492"/>
                  <a:pt x="149435" y="113855"/>
                </a:cubicBezTo>
                <a:cubicBezTo>
                  <a:pt x="149435" y="94218"/>
                  <a:pt x="133492" y="78275"/>
                  <a:pt x="113855" y="78275"/>
                </a:cubicBezTo>
                <a:cubicBezTo>
                  <a:pt x="94218" y="78275"/>
                  <a:pt x="78275" y="94218"/>
                  <a:pt x="78275" y="113855"/>
                </a:cubicBezTo>
                <a:cubicBezTo>
                  <a:pt x="78275" y="133492"/>
                  <a:pt x="94218" y="149435"/>
                  <a:pt x="113855" y="149435"/>
                </a:cubicBezTo>
                <a:close/>
                <a:moveTo>
                  <a:pt x="113855" y="49812"/>
                </a:moveTo>
                <a:cubicBezTo>
                  <a:pt x="149202" y="49812"/>
                  <a:pt x="177899" y="78509"/>
                  <a:pt x="177899" y="113855"/>
                </a:cubicBezTo>
                <a:cubicBezTo>
                  <a:pt x="177899" y="149202"/>
                  <a:pt x="149202" y="177899"/>
                  <a:pt x="113855" y="177899"/>
                </a:cubicBezTo>
                <a:cubicBezTo>
                  <a:pt x="78509" y="177899"/>
                  <a:pt x="49812" y="149202"/>
                  <a:pt x="49812" y="113855"/>
                </a:cubicBezTo>
                <a:cubicBezTo>
                  <a:pt x="49812" y="78509"/>
                  <a:pt x="78509" y="49812"/>
                  <a:pt x="113855" y="49812"/>
                </a:cubicBezTo>
                <a:close/>
                <a:moveTo>
                  <a:pt x="99623" y="113855"/>
                </a:moveTo>
                <a:cubicBezTo>
                  <a:pt x="99623" y="106000"/>
                  <a:pt x="106000" y="99623"/>
                  <a:pt x="113855" y="99623"/>
                </a:cubicBezTo>
                <a:cubicBezTo>
                  <a:pt x="121710" y="99623"/>
                  <a:pt x="128087" y="106000"/>
                  <a:pt x="128087" y="113855"/>
                </a:cubicBezTo>
                <a:cubicBezTo>
                  <a:pt x="128087" y="121710"/>
                  <a:pt x="121710" y="128087"/>
                  <a:pt x="113855" y="128087"/>
                </a:cubicBezTo>
                <a:cubicBezTo>
                  <a:pt x="106000" y="128087"/>
                  <a:pt x="99623" y="121710"/>
                  <a:pt x="99623" y="1138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00638" y="1736985"/>
            <a:ext cx="2334033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Misiunea Noastră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704" y="2325039"/>
            <a:ext cx="4933728" cy="111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Să oferim soluții IT inovatoare și personalizate care transformă modul în care organizațiile operează, cresc eficiența și asigură securitatea datelor. Suntem dedicați excelenței tehnice și satisfacției clienților.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789" y="3678718"/>
            <a:ext cx="5314299" cy="1984033"/>
          </a:xfrm>
          <a:custGeom>
            <a:avLst/>
            <a:gdLst/>
            <a:ahLst/>
            <a:cxnLst/>
            <a:rect l="l" t="t" r="r" b="b"/>
            <a:pathLst>
              <a:path w="5314299" h="1984033">
                <a:moveTo>
                  <a:pt x="151798" y="0"/>
                </a:moveTo>
                <a:lnTo>
                  <a:pt x="5162501" y="0"/>
                </a:lnTo>
                <a:cubicBezTo>
                  <a:pt x="5246337" y="0"/>
                  <a:pt x="5314299" y="67962"/>
                  <a:pt x="5314299" y="151798"/>
                </a:cubicBezTo>
                <a:lnTo>
                  <a:pt x="5314299" y="1832235"/>
                </a:lnTo>
                <a:cubicBezTo>
                  <a:pt x="5314299" y="1916071"/>
                  <a:pt x="5246337" y="1984033"/>
                  <a:pt x="5162501" y="1984033"/>
                </a:cubicBezTo>
                <a:lnTo>
                  <a:pt x="151798" y="1984033"/>
                </a:lnTo>
                <a:cubicBezTo>
                  <a:pt x="68019" y="1984033"/>
                  <a:pt x="0" y="1916015"/>
                  <a:pt x="0" y="1832235"/>
                </a:cubicBezTo>
                <a:lnTo>
                  <a:pt x="0" y="151798"/>
                </a:lnTo>
                <a:cubicBezTo>
                  <a:pt x="0" y="68019"/>
                  <a:pt x="68019" y="0"/>
                  <a:pt x="1517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704" y="3911633"/>
            <a:ext cx="531325" cy="531325"/>
          </a:xfrm>
          <a:custGeom>
            <a:avLst/>
            <a:gdLst/>
            <a:ahLst/>
            <a:cxnLst/>
            <a:rect l="l" t="t" r="r" b="b"/>
            <a:pathLst>
              <a:path w="531325" h="531325">
                <a:moveTo>
                  <a:pt x="113858" y="0"/>
                </a:moveTo>
                <a:lnTo>
                  <a:pt x="417467" y="0"/>
                </a:lnTo>
                <a:cubicBezTo>
                  <a:pt x="480307" y="0"/>
                  <a:pt x="531325" y="51018"/>
                  <a:pt x="531325" y="113858"/>
                </a:cubicBezTo>
                <a:lnTo>
                  <a:pt x="531325" y="417467"/>
                </a:lnTo>
                <a:cubicBezTo>
                  <a:pt x="531325" y="480307"/>
                  <a:pt x="480307" y="531325"/>
                  <a:pt x="417467" y="531325"/>
                </a:cubicBezTo>
                <a:lnTo>
                  <a:pt x="113858" y="531325"/>
                </a:lnTo>
                <a:cubicBezTo>
                  <a:pt x="51018" y="531325"/>
                  <a:pt x="0" y="480307"/>
                  <a:pt x="0" y="417467"/>
                </a:cubicBezTo>
                <a:lnTo>
                  <a:pt x="0" y="113858"/>
                </a:lnTo>
                <a:cubicBezTo>
                  <a:pt x="0" y="51018"/>
                  <a:pt x="51018" y="0"/>
                  <a:pt x="113858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5312" y="4063341"/>
            <a:ext cx="256174" cy="227711"/>
          </a:xfrm>
          <a:custGeom>
            <a:avLst/>
            <a:gdLst/>
            <a:ahLst/>
            <a:cxnLst/>
            <a:rect l="l" t="t" r="r" b="b"/>
            <a:pathLst>
              <a:path w="256174" h="227711">
                <a:moveTo>
                  <a:pt x="128087" y="14232"/>
                </a:moveTo>
                <a:cubicBezTo>
                  <a:pt x="92152" y="14232"/>
                  <a:pt x="63376" y="30599"/>
                  <a:pt x="42429" y="50079"/>
                </a:cubicBezTo>
                <a:cubicBezTo>
                  <a:pt x="21615" y="69425"/>
                  <a:pt x="7694" y="92507"/>
                  <a:pt x="1067" y="108385"/>
                </a:cubicBezTo>
                <a:cubicBezTo>
                  <a:pt x="-400" y="111898"/>
                  <a:pt x="-400" y="115812"/>
                  <a:pt x="1067" y="119326"/>
                </a:cubicBezTo>
                <a:cubicBezTo>
                  <a:pt x="7694" y="135203"/>
                  <a:pt x="21615" y="158330"/>
                  <a:pt x="42429" y="177632"/>
                </a:cubicBezTo>
                <a:cubicBezTo>
                  <a:pt x="63376" y="197067"/>
                  <a:pt x="92152" y="213479"/>
                  <a:pt x="128087" y="213479"/>
                </a:cubicBezTo>
                <a:cubicBezTo>
                  <a:pt x="164023" y="213479"/>
                  <a:pt x="192798" y="197112"/>
                  <a:pt x="213745" y="177632"/>
                </a:cubicBezTo>
                <a:cubicBezTo>
                  <a:pt x="234560" y="158285"/>
                  <a:pt x="248480" y="135203"/>
                  <a:pt x="255107" y="119326"/>
                </a:cubicBezTo>
                <a:cubicBezTo>
                  <a:pt x="256575" y="115812"/>
                  <a:pt x="256575" y="111898"/>
                  <a:pt x="255107" y="108385"/>
                </a:cubicBezTo>
                <a:cubicBezTo>
                  <a:pt x="248480" y="92507"/>
                  <a:pt x="234560" y="69381"/>
                  <a:pt x="213745" y="50079"/>
                </a:cubicBezTo>
                <a:cubicBezTo>
                  <a:pt x="192798" y="30643"/>
                  <a:pt x="164023" y="14232"/>
                  <a:pt x="128087" y="14232"/>
                </a:cubicBezTo>
                <a:close/>
                <a:moveTo>
                  <a:pt x="64044" y="113855"/>
                </a:moveTo>
                <a:cubicBezTo>
                  <a:pt x="64044" y="78509"/>
                  <a:pt x="92741" y="49812"/>
                  <a:pt x="128087" y="49812"/>
                </a:cubicBezTo>
                <a:cubicBezTo>
                  <a:pt x="163434" y="49812"/>
                  <a:pt x="192131" y="78509"/>
                  <a:pt x="192131" y="113855"/>
                </a:cubicBezTo>
                <a:cubicBezTo>
                  <a:pt x="192131" y="149202"/>
                  <a:pt x="163434" y="177899"/>
                  <a:pt x="128087" y="177899"/>
                </a:cubicBezTo>
                <a:cubicBezTo>
                  <a:pt x="92741" y="177899"/>
                  <a:pt x="64044" y="149202"/>
                  <a:pt x="64044" y="113855"/>
                </a:cubicBezTo>
                <a:close/>
                <a:moveTo>
                  <a:pt x="128087" y="85391"/>
                </a:moveTo>
                <a:cubicBezTo>
                  <a:pt x="128087" y="101091"/>
                  <a:pt x="115323" y="113855"/>
                  <a:pt x="99623" y="113855"/>
                </a:cubicBezTo>
                <a:cubicBezTo>
                  <a:pt x="94509" y="113855"/>
                  <a:pt x="89705" y="112521"/>
                  <a:pt x="85525" y="110119"/>
                </a:cubicBezTo>
                <a:cubicBezTo>
                  <a:pt x="85080" y="114967"/>
                  <a:pt x="85480" y="119948"/>
                  <a:pt x="86815" y="124885"/>
                </a:cubicBezTo>
                <a:cubicBezTo>
                  <a:pt x="92908" y="147656"/>
                  <a:pt x="116346" y="161176"/>
                  <a:pt x="139117" y="155083"/>
                </a:cubicBezTo>
                <a:cubicBezTo>
                  <a:pt x="161888" y="148990"/>
                  <a:pt x="175408" y="125552"/>
                  <a:pt x="169315" y="102781"/>
                </a:cubicBezTo>
                <a:cubicBezTo>
                  <a:pt x="163889" y="82456"/>
                  <a:pt x="144632" y="69514"/>
                  <a:pt x="124351" y="71293"/>
                </a:cubicBezTo>
                <a:cubicBezTo>
                  <a:pt x="126708" y="75429"/>
                  <a:pt x="128087" y="80232"/>
                  <a:pt x="128087" y="853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00638" y="4006512"/>
            <a:ext cx="1204968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Viziunea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704" y="4594567"/>
            <a:ext cx="4933728" cy="834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Să devenim liderul de încredere în furnizarea de soluții IT complete în România, recunoscuți pentru expertiză, inovație și parteneriate de lungă durată cu clienții noștri.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16440" y="1409189"/>
            <a:ext cx="5798184" cy="4251650"/>
          </a:xfrm>
          <a:custGeom>
            <a:avLst/>
            <a:gdLst/>
            <a:ahLst/>
            <a:cxnLst/>
            <a:rect l="l" t="t" r="r" b="b"/>
            <a:pathLst>
              <a:path w="5798184" h="4251650">
                <a:moveTo>
                  <a:pt x="151826" y="0"/>
                </a:moveTo>
                <a:lnTo>
                  <a:pt x="5646358" y="0"/>
                </a:lnTo>
                <a:cubicBezTo>
                  <a:pt x="5730209" y="0"/>
                  <a:pt x="5798184" y="67975"/>
                  <a:pt x="5798184" y="151826"/>
                </a:cubicBezTo>
                <a:lnTo>
                  <a:pt x="5798184" y="4099824"/>
                </a:lnTo>
                <a:cubicBezTo>
                  <a:pt x="5798184" y="4183675"/>
                  <a:pt x="5730209" y="4251650"/>
                  <a:pt x="5646358" y="4251650"/>
                </a:cubicBezTo>
                <a:lnTo>
                  <a:pt x="151826" y="4251650"/>
                </a:lnTo>
                <a:cubicBezTo>
                  <a:pt x="67975" y="4251650"/>
                  <a:pt x="0" y="4183675"/>
                  <a:pt x="0" y="4099824"/>
                </a:cubicBezTo>
                <a:lnTo>
                  <a:pt x="0" y="151826"/>
                </a:lnTo>
                <a:cubicBezTo>
                  <a:pt x="0" y="68031"/>
                  <a:pt x="68031" y="0"/>
                  <a:pt x="15182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9356" y="1642106"/>
            <a:ext cx="531325" cy="531325"/>
          </a:xfrm>
          <a:custGeom>
            <a:avLst/>
            <a:gdLst/>
            <a:ahLst/>
            <a:cxnLst/>
            <a:rect l="l" t="t" r="r" b="b"/>
            <a:pathLst>
              <a:path w="531325" h="531325">
                <a:moveTo>
                  <a:pt x="113858" y="0"/>
                </a:moveTo>
                <a:lnTo>
                  <a:pt x="417467" y="0"/>
                </a:lnTo>
                <a:cubicBezTo>
                  <a:pt x="480307" y="0"/>
                  <a:pt x="531325" y="51018"/>
                  <a:pt x="531325" y="113858"/>
                </a:cubicBezTo>
                <a:lnTo>
                  <a:pt x="531325" y="417467"/>
                </a:lnTo>
                <a:cubicBezTo>
                  <a:pt x="531325" y="480307"/>
                  <a:pt x="480307" y="531325"/>
                  <a:pt x="417467" y="531325"/>
                </a:cubicBezTo>
                <a:lnTo>
                  <a:pt x="113858" y="531325"/>
                </a:lnTo>
                <a:cubicBezTo>
                  <a:pt x="51018" y="531325"/>
                  <a:pt x="0" y="480307"/>
                  <a:pt x="0" y="417467"/>
                </a:cubicBezTo>
                <a:lnTo>
                  <a:pt x="0" y="113858"/>
                </a:lnTo>
                <a:cubicBezTo>
                  <a:pt x="0" y="51018"/>
                  <a:pt x="51018" y="0"/>
                  <a:pt x="11385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6964" y="1793813"/>
            <a:ext cx="256174" cy="227711"/>
          </a:xfrm>
          <a:custGeom>
            <a:avLst/>
            <a:gdLst/>
            <a:ahLst/>
            <a:cxnLst/>
            <a:rect l="l" t="t" r="r" b="b"/>
            <a:pathLst>
              <a:path w="256174" h="227711">
                <a:moveTo>
                  <a:pt x="137649" y="-8406"/>
                </a:moveTo>
                <a:cubicBezTo>
                  <a:pt x="135826" y="-11964"/>
                  <a:pt x="132134" y="-14232"/>
                  <a:pt x="128132" y="-14232"/>
                </a:cubicBezTo>
                <a:cubicBezTo>
                  <a:pt x="124129" y="-14232"/>
                  <a:pt x="120438" y="-11964"/>
                  <a:pt x="118614" y="-8406"/>
                </a:cubicBezTo>
                <a:lnTo>
                  <a:pt x="85881" y="55727"/>
                </a:lnTo>
                <a:lnTo>
                  <a:pt x="14766" y="67023"/>
                </a:lnTo>
                <a:cubicBezTo>
                  <a:pt x="10807" y="67646"/>
                  <a:pt x="7516" y="70448"/>
                  <a:pt x="6271" y="74273"/>
                </a:cubicBezTo>
                <a:cubicBezTo>
                  <a:pt x="5026" y="78098"/>
                  <a:pt x="6049" y="82278"/>
                  <a:pt x="8850" y="85125"/>
                </a:cubicBezTo>
                <a:lnTo>
                  <a:pt x="59730" y="136048"/>
                </a:lnTo>
                <a:lnTo>
                  <a:pt x="48522" y="207163"/>
                </a:lnTo>
                <a:cubicBezTo>
                  <a:pt x="47899" y="211121"/>
                  <a:pt x="49545" y="215124"/>
                  <a:pt x="52791" y="217481"/>
                </a:cubicBezTo>
                <a:cubicBezTo>
                  <a:pt x="56038" y="219838"/>
                  <a:pt x="60308" y="220194"/>
                  <a:pt x="63910" y="218371"/>
                </a:cubicBezTo>
                <a:lnTo>
                  <a:pt x="128132" y="185726"/>
                </a:lnTo>
                <a:lnTo>
                  <a:pt x="192309" y="218371"/>
                </a:lnTo>
                <a:cubicBezTo>
                  <a:pt x="195867" y="220194"/>
                  <a:pt x="200181" y="219838"/>
                  <a:pt x="203427" y="217481"/>
                </a:cubicBezTo>
                <a:cubicBezTo>
                  <a:pt x="206674" y="215124"/>
                  <a:pt x="208320" y="211166"/>
                  <a:pt x="207697" y="207163"/>
                </a:cubicBezTo>
                <a:lnTo>
                  <a:pt x="196445" y="136048"/>
                </a:lnTo>
                <a:lnTo>
                  <a:pt x="247324" y="85125"/>
                </a:lnTo>
                <a:cubicBezTo>
                  <a:pt x="250170" y="82278"/>
                  <a:pt x="251149" y="78098"/>
                  <a:pt x="249903" y="74273"/>
                </a:cubicBezTo>
                <a:cubicBezTo>
                  <a:pt x="248658" y="70448"/>
                  <a:pt x="245411" y="67646"/>
                  <a:pt x="241409" y="67023"/>
                </a:cubicBezTo>
                <a:lnTo>
                  <a:pt x="170338" y="55727"/>
                </a:lnTo>
                <a:lnTo>
                  <a:pt x="137649" y="-84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32290" y="1736985"/>
            <a:ext cx="2144274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Valorile Noastre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9356" y="2400975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62025" y="2505244"/>
            <a:ext cx="149435" cy="170783"/>
          </a:xfrm>
          <a:custGeom>
            <a:avLst/>
            <a:gdLst/>
            <a:ahLst/>
            <a:cxnLst/>
            <a:rect l="l" t="t" r="r" b="b"/>
            <a:pathLst>
              <a:path w="149435" h="170783">
                <a:moveTo>
                  <a:pt x="145032" y="23383"/>
                </a:moveTo>
                <a:cubicBezTo>
                  <a:pt x="149802" y="26852"/>
                  <a:pt x="150869" y="33523"/>
                  <a:pt x="147400" y="38293"/>
                </a:cubicBezTo>
                <a:lnTo>
                  <a:pt x="62009" y="155706"/>
                </a:lnTo>
                <a:cubicBezTo>
                  <a:pt x="60174" y="158241"/>
                  <a:pt x="57339" y="159809"/>
                  <a:pt x="54204" y="160076"/>
                </a:cubicBezTo>
                <a:cubicBezTo>
                  <a:pt x="51068" y="160342"/>
                  <a:pt x="48033" y="159175"/>
                  <a:pt x="45831" y="156973"/>
                </a:cubicBezTo>
                <a:lnTo>
                  <a:pt x="3135" y="114278"/>
                </a:lnTo>
                <a:cubicBezTo>
                  <a:pt x="-1034" y="110108"/>
                  <a:pt x="-1034" y="103337"/>
                  <a:pt x="3135" y="99167"/>
                </a:cubicBezTo>
                <a:cubicBezTo>
                  <a:pt x="7305" y="94998"/>
                  <a:pt x="14076" y="94998"/>
                  <a:pt x="18246" y="99167"/>
                </a:cubicBezTo>
                <a:lnTo>
                  <a:pt x="52102" y="133024"/>
                </a:lnTo>
                <a:lnTo>
                  <a:pt x="130155" y="25718"/>
                </a:lnTo>
                <a:cubicBezTo>
                  <a:pt x="133624" y="20948"/>
                  <a:pt x="140295" y="19880"/>
                  <a:pt x="145065" y="2334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6780582" y="2363089"/>
            <a:ext cx="3206923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Excelență Tehnică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80582" y="2666507"/>
            <a:ext cx="318794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Expertiză profundă și soluții de ultimă generație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9356" y="3245337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62025" y="3349605"/>
            <a:ext cx="149435" cy="170783"/>
          </a:xfrm>
          <a:custGeom>
            <a:avLst/>
            <a:gdLst/>
            <a:ahLst/>
            <a:cxnLst/>
            <a:rect l="l" t="t" r="r" b="b"/>
            <a:pathLst>
              <a:path w="149435" h="170783">
                <a:moveTo>
                  <a:pt x="145032" y="23383"/>
                </a:moveTo>
                <a:cubicBezTo>
                  <a:pt x="149802" y="26852"/>
                  <a:pt x="150869" y="33523"/>
                  <a:pt x="147400" y="38293"/>
                </a:cubicBezTo>
                <a:lnTo>
                  <a:pt x="62009" y="155706"/>
                </a:lnTo>
                <a:cubicBezTo>
                  <a:pt x="60174" y="158241"/>
                  <a:pt x="57339" y="159809"/>
                  <a:pt x="54204" y="160076"/>
                </a:cubicBezTo>
                <a:cubicBezTo>
                  <a:pt x="51068" y="160342"/>
                  <a:pt x="48033" y="159175"/>
                  <a:pt x="45831" y="156973"/>
                </a:cubicBezTo>
                <a:lnTo>
                  <a:pt x="3135" y="114278"/>
                </a:lnTo>
                <a:cubicBezTo>
                  <a:pt x="-1034" y="110108"/>
                  <a:pt x="-1034" y="103337"/>
                  <a:pt x="3135" y="99167"/>
                </a:cubicBezTo>
                <a:cubicBezTo>
                  <a:pt x="7305" y="94998"/>
                  <a:pt x="14076" y="94998"/>
                  <a:pt x="18246" y="99167"/>
                </a:cubicBezTo>
                <a:lnTo>
                  <a:pt x="52102" y="133024"/>
                </a:lnTo>
                <a:lnTo>
                  <a:pt x="130155" y="25718"/>
                </a:lnTo>
                <a:cubicBezTo>
                  <a:pt x="133624" y="20948"/>
                  <a:pt x="140295" y="19880"/>
                  <a:pt x="145065" y="2334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6780582" y="3207450"/>
            <a:ext cx="249532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Integritate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80582" y="3510867"/>
            <a:ext cx="247635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Transparență și etică în toate relațiile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9356" y="4089532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62025" y="4193801"/>
            <a:ext cx="149435" cy="170783"/>
          </a:xfrm>
          <a:custGeom>
            <a:avLst/>
            <a:gdLst/>
            <a:ahLst/>
            <a:cxnLst/>
            <a:rect l="l" t="t" r="r" b="b"/>
            <a:pathLst>
              <a:path w="149435" h="170783">
                <a:moveTo>
                  <a:pt x="145032" y="23383"/>
                </a:moveTo>
                <a:cubicBezTo>
                  <a:pt x="149802" y="26852"/>
                  <a:pt x="150869" y="33523"/>
                  <a:pt x="147400" y="38293"/>
                </a:cubicBezTo>
                <a:lnTo>
                  <a:pt x="62009" y="155706"/>
                </a:lnTo>
                <a:cubicBezTo>
                  <a:pt x="60174" y="158241"/>
                  <a:pt x="57339" y="159809"/>
                  <a:pt x="54204" y="160076"/>
                </a:cubicBezTo>
                <a:cubicBezTo>
                  <a:pt x="51068" y="160342"/>
                  <a:pt x="48033" y="159175"/>
                  <a:pt x="45831" y="156973"/>
                </a:cubicBezTo>
                <a:lnTo>
                  <a:pt x="3135" y="114278"/>
                </a:lnTo>
                <a:cubicBezTo>
                  <a:pt x="-1034" y="110108"/>
                  <a:pt x="-1034" y="103337"/>
                  <a:pt x="3135" y="99167"/>
                </a:cubicBezTo>
                <a:cubicBezTo>
                  <a:pt x="7305" y="94998"/>
                  <a:pt x="14076" y="94998"/>
                  <a:pt x="18246" y="99167"/>
                </a:cubicBezTo>
                <a:lnTo>
                  <a:pt x="52102" y="133024"/>
                </a:lnTo>
                <a:lnTo>
                  <a:pt x="130155" y="25718"/>
                </a:lnTo>
                <a:cubicBezTo>
                  <a:pt x="133624" y="20948"/>
                  <a:pt x="140295" y="19880"/>
                  <a:pt x="145065" y="2334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6780582" y="4051646"/>
            <a:ext cx="388056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Inovație Continuă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80582" y="4355063"/>
            <a:ext cx="386159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Adoptăm tehnologii emergente pentru beneficiul clienților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49356" y="4933892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62025" y="5038162"/>
            <a:ext cx="149435" cy="170783"/>
          </a:xfrm>
          <a:custGeom>
            <a:avLst/>
            <a:gdLst/>
            <a:ahLst/>
            <a:cxnLst/>
            <a:rect l="l" t="t" r="r" b="b"/>
            <a:pathLst>
              <a:path w="149435" h="170783">
                <a:moveTo>
                  <a:pt x="145032" y="23383"/>
                </a:moveTo>
                <a:cubicBezTo>
                  <a:pt x="149802" y="26852"/>
                  <a:pt x="150869" y="33523"/>
                  <a:pt x="147400" y="38293"/>
                </a:cubicBezTo>
                <a:lnTo>
                  <a:pt x="62009" y="155706"/>
                </a:lnTo>
                <a:cubicBezTo>
                  <a:pt x="60174" y="158241"/>
                  <a:pt x="57339" y="159809"/>
                  <a:pt x="54204" y="160076"/>
                </a:cubicBezTo>
                <a:cubicBezTo>
                  <a:pt x="51068" y="160342"/>
                  <a:pt x="48033" y="159175"/>
                  <a:pt x="45831" y="156973"/>
                </a:cubicBezTo>
                <a:lnTo>
                  <a:pt x="3135" y="114278"/>
                </a:lnTo>
                <a:cubicBezTo>
                  <a:pt x="-1034" y="110108"/>
                  <a:pt x="-1034" y="103337"/>
                  <a:pt x="3135" y="99167"/>
                </a:cubicBezTo>
                <a:cubicBezTo>
                  <a:pt x="7305" y="94998"/>
                  <a:pt x="14076" y="94998"/>
                  <a:pt x="18246" y="99167"/>
                </a:cubicBezTo>
                <a:lnTo>
                  <a:pt x="52102" y="133024"/>
                </a:lnTo>
                <a:lnTo>
                  <a:pt x="130155" y="25718"/>
                </a:lnTo>
                <a:cubicBezTo>
                  <a:pt x="133624" y="20948"/>
                  <a:pt x="140295" y="19880"/>
                  <a:pt x="145065" y="2334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6780582" y="4896008"/>
            <a:ext cx="2988700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Orientare către Client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0582" y="5199422"/>
            <a:ext cx="296972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Soluții personalizate pentru nevoile specifice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789" y="5898334"/>
            <a:ext cx="2733580" cy="959336"/>
          </a:xfrm>
          <a:custGeom>
            <a:avLst/>
            <a:gdLst/>
            <a:ahLst/>
            <a:cxnLst/>
            <a:rect l="l" t="t" r="r" b="b"/>
            <a:pathLst>
              <a:path w="2733580" h="959336">
                <a:moveTo>
                  <a:pt x="113854" y="0"/>
                </a:moveTo>
                <a:lnTo>
                  <a:pt x="2619726" y="0"/>
                </a:lnTo>
                <a:cubicBezTo>
                  <a:pt x="2682606" y="0"/>
                  <a:pt x="2733580" y="50974"/>
                  <a:pt x="2733580" y="113854"/>
                </a:cubicBezTo>
                <a:lnTo>
                  <a:pt x="2733580" y="845482"/>
                </a:lnTo>
                <a:cubicBezTo>
                  <a:pt x="2733580" y="908362"/>
                  <a:pt x="2682606" y="959336"/>
                  <a:pt x="2619726" y="959336"/>
                </a:cubicBezTo>
                <a:lnTo>
                  <a:pt x="113854" y="959336"/>
                </a:lnTo>
                <a:cubicBezTo>
                  <a:pt x="50974" y="959336"/>
                  <a:pt x="0" y="908362"/>
                  <a:pt x="0" y="845482"/>
                </a:cubicBezTo>
                <a:lnTo>
                  <a:pt x="0" y="113854"/>
                </a:lnTo>
                <a:cubicBezTo>
                  <a:pt x="0" y="51016"/>
                  <a:pt x="51016" y="0"/>
                  <a:pt x="11385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6376" y="6055315"/>
            <a:ext cx="2590207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3816" y="6472717"/>
            <a:ext cx="249532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Clienți Mulțumiți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81739" y="5898334"/>
            <a:ext cx="2733580" cy="959336"/>
          </a:xfrm>
          <a:custGeom>
            <a:avLst/>
            <a:gdLst/>
            <a:ahLst/>
            <a:cxnLst/>
            <a:rect l="l" t="t" r="r" b="b"/>
            <a:pathLst>
              <a:path w="2733580" h="959336">
                <a:moveTo>
                  <a:pt x="113854" y="0"/>
                </a:moveTo>
                <a:lnTo>
                  <a:pt x="2619726" y="0"/>
                </a:lnTo>
                <a:cubicBezTo>
                  <a:pt x="2682606" y="0"/>
                  <a:pt x="2733580" y="50974"/>
                  <a:pt x="2733580" y="113854"/>
                </a:cubicBezTo>
                <a:lnTo>
                  <a:pt x="2733580" y="845482"/>
                </a:lnTo>
                <a:cubicBezTo>
                  <a:pt x="2733580" y="908362"/>
                  <a:pt x="2682606" y="959336"/>
                  <a:pt x="2619726" y="959336"/>
                </a:cubicBezTo>
                <a:lnTo>
                  <a:pt x="113854" y="959336"/>
                </a:lnTo>
                <a:cubicBezTo>
                  <a:pt x="50974" y="959336"/>
                  <a:pt x="0" y="908362"/>
                  <a:pt x="0" y="845482"/>
                </a:cubicBezTo>
                <a:lnTo>
                  <a:pt x="0" y="113854"/>
                </a:lnTo>
                <a:cubicBezTo>
                  <a:pt x="0" y="51016"/>
                  <a:pt x="51016" y="0"/>
                  <a:pt x="113854" y="0"/>
                </a:cubicBezTo>
                <a:close/>
              </a:path>
            </a:pathLst>
          </a:custGeom>
          <a:gradFill rotWithShape="1" flip="none">
            <a:gsLst>
              <a:gs pos="0">
                <a:srgbClr val="60A5FA">
                  <a:alpha val="20000"/>
                </a:srgbClr>
              </a:gs>
              <a:gs pos="100000">
                <a:srgbClr val="60A5FA">
                  <a:alpha val="5000"/>
                </a:srgbClr>
              </a:gs>
            </a:gsLst>
            <a:lin ang="2700000" scaled="1"/>
          </a:gradFill>
          <a:ln w="14111">
            <a:solidFill>
              <a:srgbClr val="60A5FA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3327" y="6055315"/>
            <a:ext cx="2590207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9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00767" y="6472717"/>
            <a:ext cx="249532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 de Experiență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8690" y="5898334"/>
            <a:ext cx="2733580" cy="959336"/>
          </a:xfrm>
          <a:custGeom>
            <a:avLst/>
            <a:gdLst/>
            <a:ahLst/>
            <a:cxnLst/>
            <a:rect l="l" t="t" r="r" b="b"/>
            <a:pathLst>
              <a:path w="2733580" h="959336">
                <a:moveTo>
                  <a:pt x="113854" y="0"/>
                </a:moveTo>
                <a:lnTo>
                  <a:pt x="2619726" y="0"/>
                </a:lnTo>
                <a:cubicBezTo>
                  <a:pt x="2682606" y="0"/>
                  <a:pt x="2733580" y="50974"/>
                  <a:pt x="2733580" y="113854"/>
                </a:cubicBezTo>
                <a:lnTo>
                  <a:pt x="2733580" y="845482"/>
                </a:lnTo>
                <a:cubicBezTo>
                  <a:pt x="2733580" y="908362"/>
                  <a:pt x="2682606" y="959336"/>
                  <a:pt x="2619726" y="959336"/>
                </a:cubicBezTo>
                <a:lnTo>
                  <a:pt x="113854" y="959336"/>
                </a:lnTo>
                <a:cubicBezTo>
                  <a:pt x="50974" y="959336"/>
                  <a:pt x="0" y="908362"/>
                  <a:pt x="0" y="845482"/>
                </a:cubicBezTo>
                <a:lnTo>
                  <a:pt x="0" y="113854"/>
                </a:lnTo>
                <a:cubicBezTo>
                  <a:pt x="0" y="51016"/>
                  <a:pt x="51016" y="0"/>
                  <a:pt x="11385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0278" y="6055315"/>
            <a:ext cx="2590207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97718" y="6472717"/>
            <a:ext cx="249532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Experți IT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75641" y="5898334"/>
            <a:ext cx="2733580" cy="959336"/>
          </a:xfrm>
          <a:custGeom>
            <a:avLst/>
            <a:gdLst/>
            <a:ahLst/>
            <a:cxnLst/>
            <a:rect l="l" t="t" r="r" b="b"/>
            <a:pathLst>
              <a:path w="2733580" h="959336">
                <a:moveTo>
                  <a:pt x="113854" y="0"/>
                </a:moveTo>
                <a:lnTo>
                  <a:pt x="2619726" y="0"/>
                </a:lnTo>
                <a:cubicBezTo>
                  <a:pt x="2682606" y="0"/>
                  <a:pt x="2733580" y="50974"/>
                  <a:pt x="2733580" y="113854"/>
                </a:cubicBezTo>
                <a:lnTo>
                  <a:pt x="2733580" y="845482"/>
                </a:lnTo>
                <a:cubicBezTo>
                  <a:pt x="2733580" y="908362"/>
                  <a:pt x="2682606" y="959336"/>
                  <a:pt x="2619726" y="959336"/>
                </a:cubicBezTo>
                <a:lnTo>
                  <a:pt x="113854" y="959336"/>
                </a:lnTo>
                <a:cubicBezTo>
                  <a:pt x="50974" y="959336"/>
                  <a:pt x="0" y="908362"/>
                  <a:pt x="0" y="845482"/>
                </a:cubicBezTo>
                <a:lnTo>
                  <a:pt x="0" y="113854"/>
                </a:lnTo>
                <a:cubicBezTo>
                  <a:pt x="0" y="51016"/>
                  <a:pt x="51016" y="0"/>
                  <a:pt x="113854" y="0"/>
                </a:cubicBezTo>
                <a:close/>
              </a:path>
            </a:pathLst>
          </a:custGeom>
          <a:gradFill rotWithShape="1" flip="none">
            <a:gsLst>
              <a:gs pos="0">
                <a:srgbClr val="60A5FA">
                  <a:alpha val="20000"/>
                </a:srgbClr>
              </a:gs>
              <a:gs pos="100000">
                <a:srgbClr val="60A5FA">
                  <a:alpha val="5000"/>
                </a:srgbClr>
              </a:gs>
            </a:gsLst>
            <a:lin ang="2700000" scaled="1"/>
          </a:gradFill>
          <a:ln w="14111">
            <a:solidFill>
              <a:srgbClr val="60A5FA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7229" y="6055315"/>
            <a:ext cx="2590207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9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94669" y="6472717"/>
            <a:ext cx="249532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Garantat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872" y="345872"/>
            <a:ext cx="69174" cy="553396"/>
          </a:xfrm>
          <a:custGeom>
            <a:avLst/>
            <a:gdLst/>
            <a:ahLst/>
            <a:cxnLst/>
            <a:rect l="l" t="t" r="r" b="b"/>
            <a:pathLst>
              <a:path w="69174" h="553396">
                <a:moveTo>
                  <a:pt x="0" y="0"/>
                </a:moveTo>
                <a:lnTo>
                  <a:pt x="69174" y="0"/>
                </a:lnTo>
                <a:lnTo>
                  <a:pt x="69174" y="553396"/>
                </a:lnTo>
                <a:lnTo>
                  <a:pt x="0" y="553396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53186" y="414926"/>
            <a:ext cx="4712511" cy="41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pentru Startup-uri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872" y="968263"/>
            <a:ext cx="11500255" cy="34587"/>
          </a:xfrm>
          <a:custGeom>
            <a:avLst/>
            <a:gdLst/>
            <a:ahLst/>
            <a:cxnLst/>
            <a:rect l="l" t="t" r="r" b="b"/>
            <a:pathLst>
              <a:path w="11500255" h="34587">
                <a:moveTo>
                  <a:pt x="0" y="0"/>
                </a:moveTo>
                <a:lnTo>
                  <a:pt x="11500255" y="0"/>
                </a:lnTo>
                <a:lnTo>
                  <a:pt x="11500255" y="34587"/>
                </a:lnTo>
                <a:lnTo>
                  <a:pt x="0" y="3458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45872" y="1071845"/>
            <a:ext cx="1158672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Infrastructură IT scalabilă și securizată pentru afaceri în creștere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676" y="1456898"/>
            <a:ext cx="3727735" cy="2119429"/>
          </a:xfrm>
          <a:custGeom>
            <a:avLst/>
            <a:gdLst/>
            <a:ahLst/>
            <a:cxnLst/>
            <a:rect l="l" t="t" r="r" b="b"/>
            <a:pathLst>
              <a:path w="3727735" h="2119429">
                <a:moveTo>
                  <a:pt x="138356" y="0"/>
                </a:moveTo>
                <a:lnTo>
                  <a:pt x="3589379" y="0"/>
                </a:lnTo>
                <a:cubicBezTo>
                  <a:pt x="3665791" y="0"/>
                  <a:pt x="3727735" y="61944"/>
                  <a:pt x="3727735" y="138356"/>
                </a:cubicBezTo>
                <a:lnTo>
                  <a:pt x="3727735" y="1981073"/>
                </a:lnTo>
                <a:cubicBezTo>
                  <a:pt x="3727735" y="2057485"/>
                  <a:pt x="3665791" y="2119429"/>
                  <a:pt x="3589379" y="2119429"/>
                </a:cubicBezTo>
                <a:lnTo>
                  <a:pt x="138356" y="2119429"/>
                </a:lnTo>
                <a:cubicBezTo>
                  <a:pt x="61944" y="2119429"/>
                  <a:pt x="0" y="2057485"/>
                  <a:pt x="0" y="1981073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39" y="1599961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03926" y="1720956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0" y="113489"/>
                </a:moveTo>
                <a:cubicBezTo>
                  <a:pt x="0" y="140342"/>
                  <a:pt x="21786" y="162128"/>
                  <a:pt x="48638" y="162128"/>
                </a:cubicBezTo>
                <a:lnTo>
                  <a:pt x="151319" y="162128"/>
                </a:lnTo>
                <a:cubicBezTo>
                  <a:pt x="175199" y="162128"/>
                  <a:pt x="194553" y="142774"/>
                  <a:pt x="194553" y="118894"/>
                </a:cubicBezTo>
                <a:cubicBezTo>
                  <a:pt x="194553" y="101465"/>
                  <a:pt x="184251" y="86434"/>
                  <a:pt x="169390" y="79611"/>
                </a:cubicBezTo>
                <a:cubicBezTo>
                  <a:pt x="171653" y="75187"/>
                  <a:pt x="172936" y="70154"/>
                  <a:pt x="172936" y="64851"/>
                </a:cubicBezTo>
                <a:cubicBezTo>
                  <a:pt x="172936" y="46949"/>
                  <a:pt x="158412" y="32426"/>
                  <a:pt x="140511" y="32426"/>
                </a:cubicBezTo>
                <a:cubicBezTo>
                  <a:pt x="134532" y="32426"/>
                  <a:pt x="128959" y="34047"/>
                  <a:pt x="124163" y="36850"/>
                </a:cubicBezTo>
                <a:cubicBezTo>
                  <a:pt x="116023" y="21381"/>
                  <a:pt x="99776" y="10809"/>
                  <a:pt x="81064" y="10809"/>
                </a:cubicBezTo>
                <a:cubicBezTo>
                  <a:pt x="54211" y="10809"/>
                  <a:pt x="32426" y="32594"/>
                  <a:pt x="32426" y="59447"/>
                </a:cubicBezTo>
                <a:cubicBezTo>
                  <a:pt x="32426" y="62149"/>
                  <a:pt x="32662" y="64817"/>
                  <a:pt x="33067" y="67384"/>
                </a:cubicBezTo>
                <a:cubicBezTo>
                  <a:pt x="13848" y="73869"/>
                  <a:pt x="0" y="92075"/>
                  <a:pt x="0" y="1134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2397" y="1686430"/>
            <a:ext cx="1167319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Scalabil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39" y="2118618"/>
            <a:ext cx="351060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Infrastructură cloud flexibilă care crește odată cu afacerea ta. Plătești doar pentru ceea ce folosești.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1032" y="270663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5729" y="2672104"/>
            <a:ext cx="166883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Azure, Google Cloud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1032" y="2983301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5729" y="2948773"/>
            <a:ext cx="1115438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Scalare automată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032" y="3259967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5729" y="3225441"/>
            <a:ext cx="1201906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Costuri predictibile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9430" y="1456898"/>
            <a:ext cx="3727735" cy="2119429"/>
          </a:xfrm>
          <a:custGeom>
            <a:avLst/>
            <a:gdLst/>
            <a:ahLst/>
            <a:cxnLst/>
            <a:rect l="l" t="t" r="r" b="b"/>
            <a:pathLst>
              <a:path w="3727735" h="2119429">
                <a:moveTo>
                  <a:pt x="138356" y="0"/>
                </a:moveTo>
                <a:lnTo>
                  <a:pt x="3589379" y="0"/>
                </a:lnTo>
                <a:cubicBezTo>
                  <a:pt x="3665791" y="0"/>
                  <a:pt x="3727735" y="61944"/>
                  <a:pt x="3727735" y="138356"/>
                </a:cubicBezTo>
                <a:lnTo>
                  <a:pt x="3727735" y="1981073"/>
                </a:lnTo>
                <a:cubicBezTo>
                  <a:pt x="3727735" y="2057485"/>
                  <a:pt x="3665791" y="2119429"/>
                  <a:pt x="3589379" y="2119429"/>
                </a:cubicBezTo>
                <a:lnTo>
                  <a:pt x="138356" y="2119429"/>
                </a:lnTo>
                <a:cubicBezTo>
                  <a:pt x="61944" y="2119429"/>
                  <a:pt x="0" y="2057485"/>
                  <a:pt x="0" y="1981073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2493" y="1599961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471871" y="1720956"/>
            <a:ext cx="216170" cy="172936"/>
          </a:xfrm>
          <a:custGeom>
            <a:avLst/>
            <a:gdLst/>
            <a:ahLst/>
            <a:cxnLst/>
            <a:rect l="l" t="t" r="r" b="b"/>
            <a:pathLst>
              <a:path w="216170" h="172936">
                <a:moveTo>
                  <a:pt x="108085" y="5404"/>
                </a:moveTo>
                <a:cubicBezTo>
                  <a:pt x="127473" y="5404"/>
                  <a:pt x="143213" y="21144"/>
                  <a:pt x="143213" y="40532"/>
                </a:cubicBezTo>
                <a:cubicBezTo>
                  <a:pt x="143213" y="59919"/>
                  <a:pt x="127473" y="75660"/>
                  <a:pt x="108085" y="75660"/>
                </a:cubicBezTo>
                <a:cubicBezTo>
                  <a:pt x="88698" y="75660"/>
                  <a:pt x="72957" y="59919"/>
                  <a:pt x="72957" y="40532"/>
                </a:cubicBezTo>
                <a:cubicBezTo>
                  <a:pt x="72957" y="21144"/>
                  <a:pt x="88698" y="5404"/>
                  <a:pt x="108085" y="5404"/>
                </a:cubicBezTo>
                <a:close/>
                <a:moveTo>
                  <a:pt x="32426" y="29723"/>
                </a:moveTo>
                <a:cubicBezTo>
                  <a:pt x="45848" y="29723"/>
                  <a:pt x="56745" y="40620"/>
                  <a:pt x="56745" y="54043"/>
                </a:cubicBezTo>
                <a:cubicBezTo>
                  <a:pt x="56745" y="67465"/>
                  <a:pt x="45848" y="78362"/>
                  <a:pt x="32426" y="78362"/>
                </a:cubicBezTo>
                <a:cubicBezTo>
                  <a:pt x="19003" y="78362"/>
                  <a:pt x="8106" y="67465"/>
                  <a:pt x="8106" y="54043"/>
                </a:cubicBezTo>
                <a:cubicBezTo>
                  <a:pt x="8106" y="40620"/>
                  <a:pt x="19003" y="29723"/>
                  <a:pt x="32426" y="29723"/>
                </a:cubicBezTo>
                <a:close/>
                <a:moveTo>
                  <a:pt x="0" y="140511"/>
                </a:moveTo>
                <a:cubicBezTo>
                  <a:pt x="0" y="116631"/>
                  <a:pt x="19354" y="97277"/>
                  <a:pt x="43234" y="97277"/>
                </a:cubicBezTo>
                <a:cubicBezTo>
                  <a:pt x="47557" y="97277"/>
                  <a:pt x="51746" y="97918"/>
                  <a:pt x="55698" y="99101"/>
                </a:cubicBezTo>
                <a:cubicBezTo>
                  <a:pt x="44585" y="111530"/>
                  <a:pt x="37830" y="127946"/>
                  <a:pt x="37830" y="145915"/>
                </a:cubicBezTo>
                <a:lnTo>
                  <a:pt x="37830" y="151319"/>
                </a:lnTo>
                <a:cubicBezTo>
                  <a:pt x="37830" y="155170"/>
                  <a:pt x="38640" y="158818"/>
                  <a:pt x="40093" y="162128"/>
                </a:cubicBezTo>
                <a:lnTo>
                  <a:pt x="10809" y="162128"/>
                </a:lnTo>
                <a:cubicBezTo>
                  <a:pt x="4830" y="162128"/>
                  <a:pt x="0" y="157298"/>
                  <a:pt x="0" y="151319"/>
                </a:cubicBezTo>
                <a:lnTo>
                  <a:pt x="0" y="140511"/>
                </a:lnTo>
                <a:close/>
                <a:moveTo>
                  <a:pt x="176077" y="162128"/>
                </a:moveTo>
                <a:cubicBezTo>
                  <a:pt x="177530" y="158818"/>
                  <a:pt x="178340" y="155170"/>
                  <a:pt x="178340" y="151319"/>
                </a:cubicBezTo>
                <a:lnTo>
                  <a:pt x="178340" y="145915"/>
                </a:lnTo>
                <a:cubicBezTo>
                  <a:pt x="178340" y="127946"/>
                  <a:pt x="171585" y="111530"/>
                  <a:pt x="160473" y="99101"/>
                </a:cubicBezTo>
                <a:cubicBezTo>
                  <a:pt x="164424" y="97918"/>
                  <a:pt x="168613" y="97277"/>
                  <a:pt x="172936" y="97277"/>
                </a:cubicBezTo>
                <a:cubicBezTo>
                  <a:pt x="196816" y="97277"/>
                  <a:pt x="216170" y="116631"/>
                  <a:pt x="216170" y="140511"/>
                </a:cubicBezTo>
                <a:lnTo>
                  <a:pt x="216170" y="151319"/>
                </a:lnTo>
                <a:cubicBezTo>
                  <a:pt x="216170" y="157298"/>
                  <a:pt x="211340" y="162128"/>
                  <a:pt x="205362" y="162128"/>
                </a:cubicBezTo>
                <a:lnTo>
                  <a:pt x="176077" y="162128"/>
                </a:lnTo>
                <a:close/>
                <a:moveTo>
                  <a:pt x="159426" y="54043"/>
                </a:moveTo>
                <a:cubicBezTo>
                  <a:pt x="159426" y="40620"/>
                  <a:pt x="170323" y="29723"/>
                  <a:pt x="183745" y="29723"/>
                </a:cubicBezTo>
                <a:cubicBezTo>
                  <a:pt x="197167" y="29723"/>
                  <a:pt x="208064" y="40620"/>
                  <a:pt x="208064" y="54043"/>
                </a:cubicBezTo>
                <a:cubicBezTo>
                  <a:pt x="208064" y="67465"/>
                  <a:pt x="197167" y="78362"/>
                  <a:pt x="183745" y="78362"/>
                </a:cubicBezTo>
                <a:cubicBezTo>
                  <a:pt x="170323" y="78362"/>
                  <a:pt x="159426" y="67465"/>
                  <a:pt x="159426" y="54043"/>
                </a:cubicBezTo>
                <a:close/>
                <a:moveTo>
                  <a:pt x="54043" y="145915"/>
                </a:moveTo>
                <a:cubicBezTo>
                  <a:pt x="54043" y="116056"/>
                  <a:pt x="78227" y="91872"/>
                  <a:pt x="108085" y="91872"/>
                </a:cubicBezTo>
                <a:cubicBezTo>
                  <a:pt x="137944" y="91872"/>
                  <a:pt x="162128" y="116056"/>
                  <a:pt x="162128" y="145915"/>
                </a:cubicBezTo>
                <a:lnTo>
                  <a:pt x="162128" y="151319"/>
                </a:lnTo>
                <a:cubicBezTo>
                  <a:pt x="162128" y="157298"/>
                  <a:pt x="157298" y="162128"/>
                  <a:pt x="151319" y="162128"/>
                </a:cubicBezTo>
                <a:lnTo>
                  <a:pt x="64851" y="162128"/>
                </a:lnTo>
                <a:cubicBezTo>
                  <a:pt x="58873" y="162128"/>
                  <a:pt x="54043" y="157298"/>
                  <a:pt x="54043" y="151319"/>
                </a:cubicBezTo>
                <a:lnTo>
                  <a:pt x="54043" y="14591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91151" y="1686430"/>
            <a:ext cx="925209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72493" y="2118618"/>
            <a:ext cx="351060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Instrumente moderne pentru comunicare și lucru în echipă, esențiale pentru startup-uri remote sau hibride.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787" y="270663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614484" y="2672104"/>
            <a:ext cx="144401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Slack, Microsoft Teams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9787" y="2983301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4614484" y="2948773"/>
            <a:ext cx="1305668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Trello, Asana, Notion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9787" y="3259967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7" name="Text 25"/>
          <p:cNvSpPr/>
          <p:nvPr/>
        </p:nvSpPr>
        <p:spPr>
          <a:xfrm>
            <a:off x="4614484" y="3225441"/>
            <a:ext cx="121920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Workspace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8335" y="1456898"/>
            <a:ext cx="3727735" cy="2119429"/>
          </a:xfrm>
          <a:custGeom>
            <a:avLst/>
            <a:gdLst/>
            <a:ahLst/>
            <a:cxnLst/>
            <a:rect l="l" t="t" r="r" b="b"/>
            <a:pathLst>
              <a:path w="3727735" h="2119429">
                <a:moveTo>
                  <a:pt x="138356" y="0"/>
                </a:moveTo>
                <a:lnTo>
                  <a:pt x="3589379" y="0"/>
                </a:lnTo>
                <a:cubicBezTo>
                  <a:pt x="3665791" y="0"/>
                  <a:pt x="3727735" y="61944"/>
                  <a:pt x="3727735" y="138356"/>
                </a:cubicBezTo>
                <a:lnTo>
                  <a:pt x="3727735" y="1981073"/>
                </a:lnTo>
                <a:cubicBezTo>
                  <a:pt x="3727735" y="2057485"/>
                  <a:pt x="3665791" y="2119429"/>
                  <a:pt x="3589379" y="2119429"/>
                </a:cubicBezTo>
                <a:lnTo>
                  <a:pt x="138356" y="2119429"/>
                </a:lnTo>
                <a:cubicBezTo>
                  <a:pt x="61944" y="2119429"/>
                  <a:pt x="0" y="2057485"/>
                  <a:pt x="0" y="1981073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1398" y="1599961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72393" y="1720956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0"/>
                </a:moveTo>
                <a:cubicBezTo>
                  <a:pt x="88022" y="0"/>
                  <a:pt x="89576" y="338"/>
                  <a:pt x="90994" y="980"/>
                </a:cubicBezTo>
                <a:lnTo>
                  <a:pt x="154629" y="27967"/>
                </a:lnTo>
                <a:cubicBezTo>
                  <a:pt x="162060" y="31108"/>
                  <a:pt x="167599" y="38438"/>
                  <a:pt x="167566" y="47287"/>
                </a:cubicBezTo>
                <a:cubicBezTo>
                  <a:pt x="167397" y="80794"/>
                  <a:pt x="153616" y="142098"/>
                  <a:pt x="95419" y="169964"/>
                </a:cubicBezTo>
                <a:cubicBezTo>
                  <a:pt x="89778" y="172666"/>
                  <a:pt x="83226" y="172666"/>
                  <a:pt x="77585" y="169964"/>
                </a:cubicBezTo>
                <a:cubicBezTo>
                  <a:pt x="19354" y="142098"/>
                  <a:pt x="5607" y="80794"/>
                  <a:pt x="5438" y="47287"/>
                </a:cubicBezTo>
                <a:cubicBezTo>
                  <a:pt x="5404" y="38438"/>
                  <a:pt x="10944" y="31108"/>
                  <a:pt x="18374" y="27967"/>
                </a:cubicBezTo>
                <a:lnTo>
                  <a:pt x="81976" y="980"/>
                </a:lnTo>
                <a:cubicBezTo>
                  <a:pt x="83394" y="338"/>
                  <a:pt x="84914" y="0"/>
                  <a:pt x="86468" y="0"/>
                </a:cubicBezTo>
                <a:close/>
                <a:moveTo>
                  <a:pt x="86468" y="22563"/>
                </a:moveTo>
                <a:lnTo>
                  <a:pt x="86468" y="150272"/>
                </a:lnTo>
                <a:cubicBezTo>
                  <a:pt x="133080" y="127709"/>
                  <a:pt x="145611" y="77720"/>
                  <a:pt x="145915" y="47794"/>
                </a:cubicBezTo>
                <a:lnTo>
                  <a:pt x="86468" y="22597"/>
                </a:lnTo>
                <a:lnTo>
                  <a:pt x="86468" y="2259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770056" y="1686430"/>
            <a:ext cx="1495898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Securitate de Bază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51398" y="2118618"/>
            <a:ext cx="351060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Protecție esențială împotriva atacurilor cibernetice. Startup-urile sunt ținte de 350% mai frecvente.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8691" y="270663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8493388" y="2672104"/>
            <a:ext cx="121055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Manager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68691" y="2983301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8493388" y="2948773"/>
            <a:ext cx="143537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2FA (Two-Factor Auth)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8691" y="3259967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6"/>
          <p:cNvSpPr/>
          <p:nvPr/>
        </p:nvSpPr>
        <p:spPr>
          <a:xfrm>
            <a:off x="8493388" y="3225441"/>
            <a:ext cx="89062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securizat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0676" y="3723983"/>
            <a:ext cx="3727735" cy="2119429"/>
          </a:xfrm>
          <a:custGeom>
            <a:avLst/>
            <a:gdLst/>
            <a:ahLst/>
            <a:cxnLst/>
            <a:rect l="l" t="t" r="r" b="b"/>
            <a:pathLst>
              <a:path w="3727735" h="2119429">
                <a:moveTo>
                  <a:pt x="138356" y="0"/>
                </a:moveTo>
                <a:lnTo>
                  <a:pt x="3589379" y="0"/>
                </a:lnTo>
                <a:cubicBezTo>
                  <a:pt x="3665791" y="0"/>
                  <a:pt x="3727735" y="61944"/>
                  <a:pt x="3727735" y="138356"/>
                </a:cubicBezTo>
                <a:lnTo>
                  <a:pt x="3727735" y="1981073"/>
                </a:lnTo>
                <a:cubicBezTo>
                  <a:pt x="3727735" y="2057485"/>
                  <a:pt x="3665791" y="2119429"/>
                  <a:pt x="3589379" y="2119429"/>
                </a:cubicBezTo>
                <a:lnTo>
                  <a:pt x="138356" y="2119429"/>
                </a:lnTo>
                <a:cubicBezTo>
                  <a:pt x="61944" y="2119429"/>
                  <a:pt x="0" y="2057485"/>
                  <a:pt x="0" y="1981073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39" y="3867047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734" y="3988041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32426" y="0"/>
                </a:moveTo>
                <a:cubicBezTo>
                  <a:pt x="20502" y="0"/>
                  <a:pt x="10809" y="9694"/>
                  <a:pt x="10809" y="21617"/>
                </a:cubicBezTo>
                <a:lnTo>
                  <a:pt x="10809" y="151319"/>
                </a:lnTo>
                <a:cubicBezTo>
                  <a:pt x="10809" y="163242"/>
                  <a:pt x="20502" y="172936"/>
                  <a:pt x="32426" y="172936"/>
                </a:cubicBezTo>
                <a:lnTo>
                  <a:pt x="129702" y="172936"/>
                </a:lnTo>
                <a:cubicBezTo>
                  <a:pt x="141625" y="172936"/>
                  <a:pt x="151319" y="163242"/>
                  <a:pt x="151319" y="151319"/>
                </a:cubicBezTo>
                <a:lnTo>
                  <a:pt x="151319" y="21617"/>
                </a:lnTo>
                <a:cubicBezTo>
                  <a:pt x="151319" y="9694"/>
                  <a:pt x="141625" y="0"/>
                  <a:pt x="129702" y="0"/>
                </a:cubicBezTo>
                <a:lnTo>
                  <a:pt x="32426" y="0"/>
                </a:lnTo>
                <a:close/>
                <a:moveTo>
                  <a:pt x="70255" y="97277"/>
                </a:moveTo>
                <a:lnTo>
                  <a:pt x="91872" y="97277"/>
                </a:lnTo>
                <a:cubicBezTo>
                  <a:pt x="106802" y="97277"/>
                  <a:pt x="118894" y="109369"/>
                  <a:pt x="118894" y="124298"/>
                </a:cubicBezTo>
                <a:cubicBezTo>
                  <a:pt x="118894" y="127270"/>
                  <a:pt x="116462" y="129702"/>
                  <a:pt x="113489" y="129702"/>
                </a:cubicBezTo>
                <a:lnTo>
                  <a:pt x="48638" y="129702"/>
                </a:lnTo>
                <a:cubicBezTo>
                  <a:pt x="45666" y="129702"/>
                  <a:pt x="43234" y="127270"/>
                  <a:pt x="43234" y="124298"/>
                </a:cubicBezTo>
                <a:cubicBezTo>
                  <a:pt x="43234" y="109369"/>
                  <a:pt x="55326" y="97277"/>
                  <a:pt x="70255" y="97277"/>
                </a:cubicBezTo>
                <a:close/>
                <a:moveTo>
                  <a:pt x="62149" y="64851"/>
                </a:moveTo>
                <a:cubicBezTo>
                  <a:pt x="62149" y="54412"/>
                  <a:pt x="70624" y="45936"/>
                  <a:pt x="81064" y="45936"/>
                </a:cubicBezTo>
                <a:cubicBezTo>
                  <a:pt x="91503" y="45936"/>
                  <a:pt x="99979" y="54412"/>
                  <a:pt x="99979" y="64851"/>
                </a:cubicBezTo>
                <a:cubicBezTo>
                  <a:pt x="99979" y="75290"/>
                  <a:pt x="91503" y="83766"/>
                  <a:pt x="81064" y="83766"/>
                </a:cubicBezTo>
                <a:cubicBezTo>
                  <a:pt x="70624" y="83766"/>
                  <a:pt x="62149" y="75290"/>
                  <a:pt x="62149" y="64851"/>
                </a:cubicBezTo>
                <a:close/>
                <a:moveTo>
                  <a:pt x="172936" y="27021"/>
                </a:moveTo>
                <a:cubicBezTo>
                  <a:pt x="172936" y="24049"/>
                  <a:pt x="170504" y="21617"/>
                  <a:pt x="167532" y="21617"/>
                </a:cubicBezTo>
                <a:cubicBezTo>
                  <a:pt x="164560" y="21617"/>
                  <a:pt x="162128" y="24049"/>
                  <a:pt x="162128" y="27021"/>
                </a:cubicBezTo>
                <a:lnTo>
                  <a:pt x="162128" y="48638"/>
                </a:lnTo>
                <a:cubicBezTo>
                  <a:pt x="162128" y="51611"/>
                  <a:pt x="164560" y="54043"/>
                  <a:pt x="167532" y="54043"/>
                </a:cubicBezTo>
                <a:cubicBezTo>
                  <a:pt x="170504" y="54043"/>
                  <a:pt x="172936" y="51611"/>
                  <a:pt x="172936" y="48638"/>
                </a:cubicBezTo>
                <a:lnTo>
                  <a:pt x="172936" y="27021"/>
                </a:lnTo>
                <a:close/>
                <a:moveTo>
                  <a:pt x="172936" y="70255"/>
                </a:moveTo>
                <a:cubicBezTo>
                  <a:pt x="172936" y="67283"/>
                  <a:pt x="170504" y="64851"/>
                  <a:pt x="167532" y="64851"/>
                </a:cubicBezTo>
                <a:cubicBezTo>
                  <a:pt x="164560" y="64851"/>
                  <a:pt x="162128" y="67283"/>
                  <a:pt x="162128" y="70255"/>
                </a:cubicBezTo>
                <a:lnTo>
                  <a:pt x="162128" y="91872"/>
                </a:lnTo>
                <a:cubicBezTo>
                  <a:pt x="162128" y="94845"/>
                  <a:pt x="164560" y="97277"/>
                  <a:pt x="167532" y="97277"/>
                </a:cubicBezTo>
                <a:cubicBezTo>
                  <a:pt x="170504" y="97277"/>
                  <a:pt x="172936" y="94845"/>
                  <a:pt x="172936" y="91872"/>
                </a:cubicBezTo>
                <a:lnTo>
                  <a:pt x="172936" y="70255"/>
                </a:lnTo>
                <a:close/>
                <a:moveTo>
                  <a:pt x="167532" y="108085"/>
                </a:moveTo>
                <a:cubicBezTo>
                  <a:pt x="164560" y="108085"/>
                  <a:pt x="162128" y="110517"/>
                  <a:pt x="162128" y="113489"/>
                </a:cubicBezTo>
                <a:lnTo>
                  <a:pt x="162128" y="135106"/>
                </a:lnTo>
                <a:cubicBezTo>
                  <a:pt x="162128" y="138079"/>
                  <a:pt x="164560" y="140511"/>
                  <a:pt x="167532" y="140511"/>
                </a:cubicBezTo>
                <a:cubicBezTo>
                  <a:pt x="170504" y="140511"/>
                  <a:pt x="172936" y="138079"/>
                  <a:pt x="172936" y="135106"/>
                </a:cubicBezTo>
                <a:lnTo>
                  <a:pt x="172936" y="113489"/>
                </a:lnTo>
                <a:cubicBezTo>
                  <a:pt x="172936" y="110517"/>
                  <a:pt x="170504" y="108085"/>
                  <a:pt x="167532" y="108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12397" y="3953515"/>
            <a:ext cx="123649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&amp; Vânzări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3739" y="4385705"/>
            <a:ext cx="351060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Gestionează relațiile cu clienții și urmărește oportunitățile de vânzări eficient.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1032" y="4973718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5" name="Text 43"/>
          <p:cNvSpPr/>
          <p:nvPr/>
        </p:nvSpPr>
        <p:spPr>
          <a:xfrm>
            <a:off x="735729" y="4939190"/>
            <a:ext cx="91656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HubSpot CRM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1032" y="5250386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7" name="Text 45"/>
          <p:cNvSpPr/>
          <p:nvPr/>
        </p:nvSpPr>
        <p:spPr>
          <a:xfrm>
            <a:off x="735729" y="5215858"/>
            <a:ext cx="129702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Salesforce Essentials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1032" y="5527052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9" name="Text 47"/>
          <p:cNvSpPr/>
          <p:nvPr/>
        </p:nvSpPr>
        <p:spPr>
          <a:xfrm>
            <a:off x="735729" y="5492526"/>
            <a:ext cx="63121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Pipedrive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29430" y="3723983"/>
            <a:ext cx="3727735" cy="2119429"/>
          </a:xfrm>
          <a:custGeom>
            <a:avLst/>
            <a:gdLst/>
            <a:ahLst/>
            <a:cxnLst/>
            <a:rect l="l" t="t" r="r" b="b"/>
            <a:pathLst>
              <a:path w="3727735" h="2119429">
                <a:moveTo>
                  <a:pt x="138356" y="0"/>
                </a:moveTo>
                <a:lnTo>
                  <a:pt x="3589379" y="0"/>
                </a:lnTo>
                <a:cubicBezTo>
                  <a:pt x="3665791" y="0"/>
                  <a:pt x="3727735" y="61944"/>
                  <a:pt x="3727735" y="138356"/>
                </a:cubicBezTo>
                <a:lnTo>
                  <a:pt x="3727735" y="1981073"/>
                </a:lnTo>
                <a:cubicBezTo>
                  <a:pt x="3727735" y="2057485"/>
                  <a:pt x="3665791" y="2119429"/>
                  <a:pt x="3589379" y="2119429"/>
                </a:cubicBezTo>
                <a:lnTo>
                  <a:pt x="138356" y="2119429"/>
                </a:lnTo>
                <a:cubicBezTo>
                  <a:pt x="61944" y="2119429"/>
                  <a:pt x="0" y="2057485"/>
                  <a:pt x="0" y="1981073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2493" y="3867047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Shape 50"/>
          <p:cNvSpPr/>
          <p:nvPr/>
        </p:nvSpPr>
        <p:spPr>
          <a:xfrm>
            <a:off x="4482680" y="3988041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162297" y="3479"/>
                </a:moveTo>
                <a:lnTo>
                  <a:pt x="87515" y="53367"/>
                </a:lnTo>
                <a:cubicBezTo>
                  <a:pt x="77686" y="59920"/>
                  <a:pt x="71438" y="70559"/>
                  <a:pt x="70424" y="82178"/>
                </a:cubicBezTo>
                <a:cubicBezTo>
                  <a:pt x="91467" y="86502"/>
                  <a:pt x="108051" y="103086"/>
                  <a:pt x="112409" y="124163"/>
                </a:cubicBezTo>
                <a:cubicBezTo>
                  <a:pt x="124061" y="123149"/>
                  <a:pt x="134667" y="116901"/>
                  <a:pt x="141220" y="107072"/>
                </a:cubicBezTo>
                <a:lnTo>
                  <a:pt x="191074" y="32257"/>
                </a:lnTo>
                <a:cubicBezTo>
                  <a:pt x="193337" y="28845"/>
                  <a:pt x="194553" y="24860"/>
                  <a:pt x="194553" y="20739"/>
                </a:cubicBezTo>
                <a:cubicBezTo>
                  <a:pt x="194553" y="9289"/>
                  <a:pt x="185265" y="0"/>
                  <a:pt x="173814" y="0"/>
                </a:cubicBezTo>
                <a:cubicBezTo>
                  <a:pt x="169727" y="0"/>
                  <a:pt x="165708" y="1216"/>
                  <a:pt x="162297" y="3479"/>
                </a:cubicBezTo>
                <a:close/>
                <a:moveTo>
                  <a:pt x="97277" y="135106"/>
                </a:moveTo>
                <a:cubicBezTo>
                  <a:pt x="97277" y="114199"/>
                  <a:pt x="80355" y="97277"/>
                  <a:pt x="59447" y="97277"/>
                </a:cubicBezTo>
                <a:cubicBezTo>
                  <a:pt x="38539" y="97277"/>
                  <a:pt x="21617" y="114199"/>
                  <a:pt x="21617" y="135106"/>
                </a:cubicBezTo>
                <a:cubicBezTo>
                  <a:pt x="21617" y="136424"/>
                  <a:pt x="21685" y="137741"/>
                  <a:pt x="21820" y="139024"/>
                </a:cubicBezTo>
                <a:cubicBezTo>
                  <a:pt x="22428" y="144935"/>
                  <a:pt x="18374" y="151319"/>
                  <a:pt x="12430" y="151319"/>
                </a:cubicBezTo>
                <a:lnTo>
                  <a:pt x="10809" y="151319"/>
                </a:lnTo>
                <a:cubicBezTo>
                  <a:pt x="4830" y="151319"/>
                  <a:pt x="0" y="156149"/>
                  <a:pt x="0" y="162128"/>
                </a:cubicBezTo>
                <a:cubicBezTo>
                  <a:pt x="0" y="168106"/>
                  <a:pt x="4830" y="172936"/>
                  <a:pt x="10809" y="172936"/>
                </a:cubicBezTo>
                <a:lnTo>
                  <a:pt x="59447" y="172936"/>
                </a:lnTo>
                <a:cubicBezTo>
                  <a:pt x="80355" y="172936"/>
                  <a:pt x="97277" y="156014"/>
                  <a:pt x="97277" y="1351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891151" y="3953515"/>
            <a:ext cx="131431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Dezvoltare MVP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72493" y="4385705"/>
            <a:ext cx="351060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Instrumente pentru prototipare rapidă și validarea ideilor de produs.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89787" y="4973718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6" name="Text 54"/>
          <p:cNvSpPr/>
          <p:nvPr/>
        </p:nvSpPr>
        <p:spPr>
          <a:xfrm>
            <a:off x="4614484" y="4939190"/>
            <a:ext cx="89062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Figma, Sketch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389787" y="5250386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8" name="Text 56"/>
          <p:cNvSpPr/>
          <p:nvPr/>
        </p:nvSpPr>
        <p:spPr>
          <a:xfrm>
            <a:off x="4614484" y="5215858"/>
            <a:ext cx="115867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Balsamiq, InVision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89787" y="5527052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0" name="Text 58"/>
          <p:cNvSpPr/>
          <p:nvPr/>
        </p:nvSpPr>
        <p:spPr>
          <a:xfrm>
            <a:off x="4614484" y="5492526"/>
            <a:ext cx="683098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Adobe XD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08335" y="3723983"/>
            <a:ext cx="3727735" cy="2119429"/>
          </a:xfrm>
          <a:custGeom>
            <a:avLst/>
            <a:gdLst/>
            <a:ahLst/>
            <a:cxnLst/>
            <a:rect l="l" t="t" r="r" b="b"/>
            <a:pathLst>
              <a:path w="3727735" h="2119429">
                <a:moveTo>
                  <a:pt x="138356" y="0"/>
                </a:moveTo>
                <a:lnTo>
                  <a:pt x="3589379" y="0"/>
                </a:lnTo>
                <a:cubicBezTo>
                  <a:pt x="3665791" y="0"/>
                  <a:pt x="3727735" y="61944"/>
                  <a:pt x="3727735" y="138356"/>
                </a:cubicBezTo>
                <a:lnTo>
                  <a:pt x="3727735" y="1981073"/>
                </a:lnTo>
                <a:cubicBezTo>
                  <a:pt x="3727735" y="2057485"/>
                  <a:pt x="3665791" y="2119429"/>
                  <a:pt x="3589379" y="2119429"/>
                </a:cubicBezTo>
                <a:lnTo>
                  <a:pt x="138356" y="2119429"/>
                </a:lnTo>
                <a:cubicBezTo>
                  <a:pt x="61944" y="2119429"/>
                  <a:pt x="0" y="2057485"/>
                  <a:pt x="0" y="1981073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51398" y="3867047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3" name="Shape 61"/>
          <p:cNvSpPr/>
          <p:nvPr/>
        </p:nvSpPr>
        <p:spPr>
          <a:xfrm>
            <a:off x="8394010" y="3988041"/>
            <a:ext cx="129702" cy="172936"/>
          </a:xfrm>
          <a:custGeom>
            <a:avLst/>
            <a:gdLst/>
            <a:ahLst/>
            <a:cxnLst/>
            <a:rect l="l" t="t" r="r" b="b"/>
            <a:pathLst>
              <a:path w="129702" h="172936">
                <a:moveTo>
                  <a:pt x="21617" y="0"/>
                </a:moveTo>
                <a:cubicBezTo>
                  <a:pt x="9694" y="0"/>
                  <a:pt x="0" y="9694"/>
                  <a:pt x="0" y="21617"/>
                </a:cubicBezTo>
                <a:lnTo>
                  <a:pt x="0" y="151319"/>
                </a:lnTo>
                <a:cubicBezTo>
                  <a:pt x="0" y="163242"/>
                  <a:pt x="9694" y="172936"/>
                  <a:pt x="21617" y="172936"/>
                </a:cubicBezTo>
                <a:lnTo>
                  <a:pt x="108085" y="172936"/>
                </a:lnTo>
                <a:cubicBezTo>
                  <a:pt x="120008" y="172936"/>
                  <a:pt x="129702" y="163242"/>
                  <a:pt x="129702" y="151319"/>
                </a:cubicBezTo>
                <a:lnTo>
                  <a:pt x="129702" y="21617"/>
                </a:lnTo>
                <a:cubicBezTo>
                  <a:pt x="129702" y="9694"/>
                  <a:pt x="120008" y="0"/>
                  <a:pt x="108085" y="0"/>
                </a:cubicBezTo>
                <a:lnTo>
                  <a:pt x="21617" y="0"/>
                </a:lnTo>
                <a:close/>
                <a:moveTo>
                  <a:pt x="32426" y="21617"/>
                </a:moveTo>
                <a:lnTo>
                  <a:pt x="97277" y="21617"/>
                </a:lnTo>
                <a:cubicBezTo>
                  <a:pt x="103255" y="21617"/>
                  <a:pt x="108085" y="26447"/>
                  <a:pt x="108085" y="32426"/>
                </a:cubicBezTo>
                <a:lnTo>
                  <a:pt x="108085" y="43234"/>
                </a:lnTo>
                <a:cubicBezTo>
                  <a:pt x="108085" y="49212"/>
                  <a:pt x="103255" y="54043"/>
                  <a:pt x="97277" y="54043"/>
                </a:cubicBezTo>
                <a:lnTo>
                  <a:pt x="32426" y="54043"/>
                </a:lnTo>
                <a:cubicBezTo>
                  <a:pt x="26447" y="54043"/>
                  <a:pt x="21617" y="49212"/>
                  <a:pt x="21617" y="43234"/>
                </a:cubicBezTo>
                <a:lnTo>
                  <a:pt x="21617" y="32426"/>
                </a:lnTo>
                <a:cubicBezTo>
                  <a:pt x="21617" y="26447"/>
                  <a:pt x="26447" y="21617"/>
                  <a:pt x="32426" y="21617"/>
                </a:cubicBezTo>
                <a:close/>
                <a:moveTo>
                  <a:pt x="37830" y="78362"/>
                </a:moveTo>
                <a:cubicBezTo>
                  <a:pt x="37830" y="82836"/>
                  <a:pt x="34197" y="86468"/>
                  <a:pt x="29723" y="86468"/>
                </a:cubicBezTo>
                <a:cubicBezTo>
                  <a:pt x="25249" y="86468"/>
                  <a:pt x="21617" y="82836"/>
                  <a:pt x="21617" y="78362"/>
                </a:cubicBezTo>
                <a:cubicBezTo>
                  <a:pt x="21617" y="73888"/>
                  <a:pt x="25249" y="70255"/>
                  <a:pt x="29723" y="70255"/>
                </a:cubicBezTo>
                <a:cubicBezTo>
                  <a:pt x="34197" y="70255"/>
                  <a:pt x="37830" y="73888"/>
                  <a:pt x="37830" y="78362"/>
                </a:cubicBezTo>
                <a:close/>
                <a:moveTo>
                  <a:pt x="64851" y="86468"/>
                </a:moveTo>
                <a:cubicBezTo>
                  <a:pt x="60377" y="86468"/>
                  <a:pt x="56745" y="82836"/>
                  <a:pt x="56745" y="78362"/>
                </a:cubicBezTo>
                <a:cubicBezTo>
                  <a:pt x="56745" y="73888"/>
                  <a:pt x="60377" y="70255"/>
                  <a:pt x="64851" y="70255"/>
                </a:cubicBezTo>
                <a:cubicBezTo>
                  <a:pt x="69325" y="70255"/>
                  <a:pt x="72957" y="73888"/>
                  <a:pt x="72957" y="78362"/>
                </a:cubicBezTo>
                <a:cubicBezTo>
                  <a:pt x="72957" y="82836"/>
                  <a:pt x="69325" y="86468"/>
                  <a:pt x="64851" y="86468"/>
                </a:cubicBezTo>
                <a:close/>
                <a:moveTo>
                  <a:pt x="108085" y="78362"/>
                </a:moveTo>
                <a:cubicBezTo>
                  <a:pt x="108085" y="82836"/>
                  <a:pt x="104453" y="86468"/>
                  <a:pt x="99979" y="86468"/>
                </a:cubicBezTo>
                <a:cubicBezTo>
                  <a:pt x="95505" y="86468"/>
                  <a:pt x="91872" y="82836"/>
                  <a:pt x="91872" y="78362"/>
                </a:cubicBezTo>
                <a:cubicBezTo>
                  <a:pt x="91872" y="73888"/>
                  <a:pt x="95505" y="70255"/>
                  <a:pt x="99979" y="70255"/>
                </a:cubicBezTo>
                <a:cubicBezTo>
                  <a:pt x="104453" y="70255"/>
                  <a:pt x="108085" y="73888"/>
                  <a:pt x="108085" y="78362"/>
                </a:cubicBezTo>
                <a:close/>
                <a:moveTo>
                  <a:pt x="29723" y="118894"/>
                </a:moveTo>
                <a:cubicBezTo>
                  <a:pt x="25249" y="118894"/>
                  <a:pt x="21617" y="115261"/>
                  <a:pt x="21617" y="110787"/>
                </a:cubicBezTo>
                <a:cubicBezTo>
                  <a:pt x="21617" y="106313"/>
                  <a:pt x="25249" y="102681"/>
                  <a:pt x="29723" y="102681"/>
                </a:cubicBezTo>
                <a:cubicBezTo>
                  <a:pt x="34197" y="102681"/>
                  <a:pt x="37830" y="106313"/>
                  <a:pt x="37830" y="110787"/>
                </a:cubicBezTo>
                <a:cubicBezTo>
                  <a:pt x="37830" y="115261"/>
                  <a:pt x="34197" y="118894"/>
                  <a:pt x="29723" y="118894"/>
                </a:cubicBezTo>
                <a:close/>
                <a:moveTo>
                  <a:pt x="72957" y="110787"/>
                </a:moveTo>
                <a:cubicBezTo>
                  <a:pt x="72957" y="115261"/>
                  <a:pt x="69325" y="118894"/>
                  <a:pt x="64851" y="118894"/>
                </a:cubicBezTo>
                <a:cubicBezTo>
                  <a:pt x="60377" y="118894"/>
                  <a:pt x="56745" y="115261"/>
                  <a:pt x="56745" y="110787"/>
                </a:cubicBezTo>
                <a:cubicBezTo>
                  <a:pt x="56745" y="106313"/>
                  <a:pt x="60377" y="102681"/>
                  <a:pt x="64851" y="102681"/>
                </a:cubicBezTo>
                <a:cubicBezTo>
                  <a:pt x="69325" y="102681"/>
                  <a:pt x="72957" y="106313"/>
                  <a:pt x="72957" y="110787"/>
                </a:cubicBezTo>
                <a:close/>
                <a:moveTo>
                  <a:pt x="99979" y="118894"/>
                </a:moveTo>
                <a:cubicBezTo>
                  <a:pt x="95505" y="118894"/>
                  <a:pt x="91872" y="115261"/>
                  <a:pt x="91872" y="110787"/>
                </a:cubicBezTo>
                <a:cubicBezTo>
                  <a:pt x="91872" y="106313"/>
                  <a:pt x="95505" y="102681"/>
                  <a:pt x="99979" y="102681"/>
                </a:cubicBezTo>
                <a:cubicBezTo>
                  <a:pt x="104453" y="102681"/>
                  <a:pt x="108085" y="106313"/>
                  <a:pt x="108085" y="110787"/>
                </a:cubicBezTo>
                <a:cubicBezTo>
                  <a:pt x="108085" y="115261"/>
                  <a:pt x="104453" y="118894"/>
                  <a:pt x="99979" y="118894"/>
                </a:cubicBezTo>
                <a:close/>
                <a:moveTo>
                  <a:pt x="21617" y="143213"/>
                </a:moveTo>
                <a:cubicBezTo>
                  <a:pt x="21617" y="138720"/>
                  <a:pt x="25231" y="135106"/>
                  <a:pt x="29723" y="135106"/>
                </a:cubicBezTo>
                <a:lnTo>
                  <a:pt x="67553" y="135106"/>
                </a:lnTo>
                <a:cubicBezTo>
                  <a:pt x="72045" y="135106"/>
                  <a:pt x="75660" y="138720"/>
                  <a:pt x="75660" y="143213"/>
                </a:cubicBezTo>
                <a:cubicBezTo>
                  <a:pt x="75660" y="147705"/>
                  <a:pt x="72045" y="151319"/>
                  <a:pt x="67553" y="151319"/>
                </a:cubicBezTo>
                <a:lnTo>
                  <a:pt x="29723" y="151319"/>
                </a:lnTo>
                <a:cubicBezTo>
                  <a:pt x="25231" y="151319"/>
                  <a:pt x="21617" y="147705"/>
                  <a:pt x="21617" y="143213"/>
                </a:cubicBezTo>
                <a:close/>
                <a:moveTo>
                  <a:pt x="99979" y="135106"/>
                </a:moveTo>
                <a:cubicBezTo>
                  <a:pt x="104471" y="135106"/>
                  <a:pt x="108085" y="138720"/>
                  <a:pt x="108085" y="143213"/>
                </a:cubicBezTo>
                <a:cubicBezTo>
                  <a:pt x="108085" y="147705"/>
                  <a:pt x="104471" y="151319"/>
                  <a:pt x="99979" y="151319"/>
                </a:cubicBezTo>
                <a:cubicBezTo>
                  <a:pt x="95486" y="151319"/>
                  <a:pt x="91872" y="147705"/>
                  <a:pt x="91872" y="143213"/>
                </a:cubicBezTo>
                <a:cubicBezTo>
                  <a:pt x="91872" y="138720"/>
                  <a:pt x="95486" y="135106"/>
                  <a:pt x="99979" y="1351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8770056" y="3953515"/>
            <a:ext cx="106355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Contabilitate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51398" y="4385705"/>
            <a:ext cx="351060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Soluții financiare pentru gestionarea bugetului și raportare.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68691" y="4973718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7" name="Text 65"/>
          <p:cNvSpPr/>
          <p:nvPr/>
        </p:nvSpPr>
        <p:spPr>
          <a:xfrm>
            <a:off x="8493388" y="4939190"/>
            <a:ext cx="113273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Xero, QuickBooks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68691" y="5250386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9" name="Text 67"/>
          <p:cNvSpPr/>
          <p:nvPr/>
        </p:nvSpPr>
        <p:spPr>
          <a:xfrm>
            <a:off x="8493388" y="5215858"/>
            <a:ext cx="1184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Wave, FreshBooks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68691" y="5527052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0"/>
                  <a:pt x="59690" y="92521"/>
                </a:cubicBezTo>
                <a:lnTo>
                  <a:pt x="46720" y="75227"/>
                </a:lnTo>
                <a:cubicBezTo>
                  <a:pt x="44558" y="72363"/>
                  <a:pt x="45153" y="68310"/>
                  <a:pt x="48017" y="66148"/>
                </a:cubicBezTo>
                <a:cubicBezTo>
                  <a:pt x="50881" y="63986"/>
                  <a:pt x="54934" y="64581"/>
                  <a:pt x="57096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0" y="50476"/>
                  <a:pt x="93899" y="54448"/>
                  <a:pt x="91980" y="5750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71" name="Text 69"/>
          <p:cNvSpPr/>
          <p:nvPr/>
        </p:nvSpPr>
        <p:spPr>
          <a:xfrm>
            <a:off x="8493388" y="5492526"/>
            <a:ext cx="113273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Integrare bancară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50676" y="5956542"/>
            <a:ext cx="11492569" cy="666765"/>
          </a:xfrm>
          <a:custGeom>
            <a:avLst/>
            <a:gdLst/>
            <a:ahLst/>
            <a:cxnLst/>
            <a:rect l="l" t="t" r="r" b="b"/>
            <a:pathLst>
              <a:path w="11492569" h="666765">
                <a:moveTo>
                  <a:pt x="103762" y="0"/>
                </a:moveTo>
                <a:lnTo>
                  <a:pt x="11388807" y="0"/>
                </a:lnTo>
                <a:cubicBezTo>
                  <a:pt x="11446113" y="0"/>
                  <a:pt x="11492569" y="46456"/>
                  <a:pt x="11492569" y="103762"/>
                </a:cubicBezTo>
                <a:lnTo>
                  <a:pt x="11492569" y="563003"/>
                </a:lnTo>
                <a:cubicBezTo>
                  <a:pt x="11492569" y="620309"/>
                  <a:pt x="11446113" y="666765"/>
                  <a:pt x="11388807" y="666765"/>
                </a:cubicBezTo>
                <a:lnTo>
                  <a:pt x="103762" y="666765"/>
                </a:lnTo>
                <a:cubicBezTo>
                  <a:pt x="46456" y="666765"/>
                  <a:pt x="0" y="620309"/>
                  <a:pt x="0" y="563003"/>
                </a:cubicBezTo>
                <a:lnTo>
                  <a:pt x="0" y="103762"/>
                </a:lnTo>
                <a:cubicBezTo>
                  <a:pt x="0" y="46494"/>
                  <a:pt x="46494" y="0"/>
                  <a:pt x="10376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60A5FA">
                  <a:alpha val="10000"/>
                </a:srgbClr>
              </a:gs>
            </a:gsLst>
            <a:lin ang="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5152" y="6186222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51881" y="129702"/>
                </a:moveTo>
                <a:lnTo>
                  <a:pt x="9930" y="129702"/>
                </a:lnTo>
                <a:cubicBezTo>
                  <a:pt x="-162" y="129702"/>
                  <a:pt x="-6364" y="118718"/>
                  <a:pt x="-1175" y="110044"/>
                </a:cubicBezTo>
                <a:lnTo>
                  <a:pt x="20266" y="74295"/>
                </a:lnTo>
                <a:cubicBezTo>
                  <a:pt x="23792" y="68418"/>
                  <a:pt x="30115" y="64851"/>
                  <a:pt x="36965" y="64851"/>
                </a:cubicBezTo>
                <a:lnTo>
                  <a:pt x="75470" y="64851"/>
                </a:lnTo>
                <a:cubicBezTo>
                  <a:pt x="106315" y="12605"/>
                  <a:pt x="152319" y="9971"/>
                  <a:pt x="183083" y="14470"/>
                </a:cubicBezTo>
                <a:cubicBezTo>
                  <a:pt x="188271" y="15240"/>
                  <a:pt x="192324" y="19293"/>
                  <a:pt x="193054" y="24441"/>
                </a:cubicBezTo>
                <a:cubicBezTo>
                  <a:pt x="197553" y="55204"/>
                  <a:pt x="194918" y="101208"/>
                  <a:pt x="142672" y="132053"/>
                </a:cubicBezTo>
                <a:lnTo>
                  <a:pt x="142672" y="170558"/>
                </a:lnTo>
                <a:cubicBezTo>
                  <a:pt x="142672" y="177408"/>
                  <a:pt x="139106" y="183731"/>
                  <a:pt x="133228" y="187257"/>
                </a:cubicBezTo>
                <a:lnTo>
                  <a:pt x="97479" y="208699"/>
                </a:lnTo>
                <a:cubicBezTo>
                  <a:pt x="88846" y="213887"/>
                  <a:pt x="77821" y="207645"/>
                  <a:pt x="77821" y="197593"/>
                </a:cubicBezTo>
                <a:lnTo>
                  <a:pt x="77821" y="155643"/>
                </a:lnTo>
                <a:cubicBezTo>
                  <a:pt x="77821" y="141335"/>
                  <a:pt x="66189" y="129702"/>
                  <a:pt x="51881" y="129702"/>
                </a:cubicBezTo>
                <a:lnTo>
                  <a:pt x="51840" y="129702"/>
                </a:lnTo>
                <a:close/>
                <a:moveTo>
                  <a:pt x="162128" y="64851"/>
                </a:moveTo>
                <a:cubicBezTo>
                  <a:pt x="162128" y="54113"/>
                  <a:pt x="153410" y="45396"/>
                  <a:pt x="142672" y="45396"/>
                </a:cubicBezTo>
                <a:cubicBezTo>
                  <a:pt x="131935" y="45396"/>
                  <a:pt x="123217" y="54113"/>
                  <a:pt x="123217" y="64851"/>
                </a:cubicBezTo>
                <a:cubicBezTo>
                  <a:pt x="123217" y="75589"/>
                  <a:pt x="131935" y="84306"/>
                  <a:pt x="142672" y="84306"/>
                </a:cubicBezTo>
                <a:cubicBezTo>
                  <a:pt x="153410" y="84306"/>
                  <a:pt x="162128" y="75589"/>
                  <a:pt x="162128" y="6485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4" name="Text 72"/>
          <p:cNvSpPr/>
          <p:nvPr/>
        </p:nvSpPr>
        <p:spPr>
          <a:xfrm>
            <a:off x="856725" y="6065078"/>
            <a:ext cx="470386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Beneficii pentru Startup-uri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56725" y="6307218"/>
            <a:ext cx="469521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Costuri reduse • Scalabilitate rapidă • Securitate de la început • Suport dedicat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606184" y="6065227"/>
            <a:ext cx="2127115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3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350%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649418" y="6341744"/>
            <a:ext cx="2083881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 multe atacuri asupra startup-urilor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350" y="347350"/>
            <a:ext cx="69470" cy="555761"/>
          </a:xfrm>
          <a:custGeom>
            <a:avLst/>
            <a:gdLst/>
            <a:ahLst/>
            <a:cxnLst/>
            <a:rect l="l" t="t" r="r" b="b"/>
            <a:pathLst>
              <a:path w="69470" h="555761">
                <a:moveTo>
                  <a:pt x="0" y="0"/>
                </a:moveTo>
                <a:lnTo>
                  <a:pt x="69470" y="0"/>
                </a:lnTo>
                <a:lnTo>
                  <a:pt x="69470" y="555761"/>
                </a:lnTo>
                <a:lnTo>
                  <a:pt x="0" y="555761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55550" y="416700"/>
            <a:ext cx="4220308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pentru IMM-uri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350" y="972399"/>
            <a:ext cx="11497299" cy="34735"/>
          </a:xfrm>
          <a:custGeom>
            <a:avLst/>
            <a:gdLst/>
            <a:ahLst/>
            <a:cxnLst/>
            <a:rect l="l" t="t" r="r" b="b"/>
            <a:pathLst>
              <a:path w="11497299" h="34735">
                <a:moveTo>
                  <a:pt x="0" y="0"/>
                </a:moveTo>
                <a:lnTo>
                  <a:pt x="11497299" y="0"/>
                </a:lnTo>
                <a:lnTo>
                  <a:pt x="11497299" y="34735"/>
                </a:lnTo>
                <a:lnTo>
                  <a:pt x="0" y="3473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47350" y="1076424"/>
            <a:ext cx="1158413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Transformare digitală pentru creștere accelerată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175" y="1463122"/>
            <a:ext cx="6218538" cy="1729033"/>
          </a:xfrm>
          <a:custGeom>
            <a:avLst/>
            <a:gdLst/>
            <a:ahLst/>
            <a:cxnLst/>
            <a:rect l="l" t="t" r="r" b="b"/>
            <a:pathLst>
              <a:path w="6218538" h="1729033">
                <a:moveTo>
                  <a:pt x="138945" y="0"/>
                </a:moveTo>
                <a:lnTo>
                  <a:pt x="6079592" y="0"/>
                </a:lnTo>
                <a:cubicBezTo>
                  <a:pt x="6156330" y="0"/>
                  <a:pt x="6218538" y="62208"/>
                  <a:pt x="6218538" y="138945"/>
                </a:cubicBezTo>
                <a:lnTo>
                  <a:pt x="6218538" y="1590088"/>
                </a:lnTo>
                <a:cubicBezTo>
                  <a:pt x="6218538" y="1666825"/>
                  <a:pt x="6156330" y="1729033"/>
                  <a:pt x="6079592" y="1729033"/>
                </a:cubicBezTo>
                <a:lnTo>
                  <a:pt x="138945" y="1729033"/>
                </a:lnTo>
                <a:cubicBezTo>
                  <a:pt x="62208" y="1729033"/>
                  <a:pt x="0" y="1666825"/>
                  <a:pt x="0" y="1590088"/>
                </a:cubicBezTo>
                <a:lnTo>
                  <a:pt x="0" y="138945"/>
                </a:lnTo>
                <a:cubicBezTo>
                  <a:pt x="0" y="62259"/>
                  <a:pt x="62259" y="0"/>
                  <a:pt x="13894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900" y="1641470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26051" y="26051"/>
                </a:moveTo>
                <a:cubicBezTo>
                  <a:pt x="26051" y="18846"/>
                  <a:pt x="20230" y="13026"/>
                  <a:pt x="13026" y="13026"/>
                </a:cubicBezTo>
                <a:cubicBezTo>
                  <a:pt x="5821" y="13026"/>
                  <a:pt x="0" y="18846"/>
                  <a:pt x="0" y="26051"/>
                </a:cubicBezTo>
                <a:lnTo>
                  <a:pt x="0" y="162821"/>
                </a:lnTo>
                <a:cubicBezTo>
                  <a:pt x="0" y="180812"/>
                  <a:pt x="14572" y="195385"/>
                  <a:pt x="32564" y="195385"/>
                </a:cubicBezTo>
                <a:lnTo>
                  <a:pt x="195385" y="195385"/>
                </a:lnTo>
                <a:cubicBezTo>
                  <a:pt x="202589" y="195385"/>
                  <a:pt x="208410" y="189564"/>
                  <a:pt x="208410" y="182359"/>
                </a:cubicBezTo>
                <a:cubicBezTo>
                  <a:pt x="208410" y="175154"/>
                  <a:pt x="202589" y="169333"/>
                  <a:pt x="195385" y="169333"/>
                </a:cubicBezTo>
                <a:lnTo>
                  <a:pt x="32564" y="169333"/>
                </a:lnTo>
                <a:cubicBezTo>
                  <a:pt x="28982" y="169333"/>
                  <a:pt x="26051" y="166403"/>
                  <a:pt x="26051" y="162821"/>
                </a:cubicBezTo>
                <a:lnTo>
                  <a:pt x="26051" y="26051"/>
                </a:lnTo>
                <a:close/>
                <a:moveTo>
                  <a:pt x="191558" y="61302"/>
                </a:moveTo>
                <a:cubicBezTo>
                  <a:pt x="196646" y="56214"/>
                  <a:pt x="196646" y="47951"/>
                  <a:pt x="191558" y="42862"/>
                </a:cubicBezTo>
                <a:cubicBezTo>
                  <a:pt x="186470" y="37774"/>
                  <a:pt x="178207" y="37774"/>
                  <a:pt x="173119" y="42862"/>
                </a:cubicBezTo>
                <a:lnTo>
                  <a:pt x="130256" y="85766"/>
                </a:lnTo>
                <a:lnTo>
                  <a:pt x="106892" y="62442"/>
                </a:lnTo>
                <a:cubicBezTo>
                  <a:pt x="101804" y="57354"/>
                  <a:pt x="93540" y="57354"/>
                  <a:pt x="88452" y="62442"/>
                </a:cubicBezTo>
                <a:lnTo>
                  <a:pt x="49375" y="101519"/>
                </a:lnTo>
                <a:cubicBezTo>
                  <a:pt x="44287" y="106607"/>
                  <a:pt x="44287" y="114870"/>
                  <a:pt x="49375" y="119958"/>
                </a:cubicBezTo>
                <a:cubicBezTo>
                  <a:pt x="54463" y="125046"/>
                  <a:pt x="62727" y="125046"/>
                  <a:pt x="67815" y="119958"/>
                </a:cubicBezTo>
                <a:lnTo>
                  <a:pt x="97692" y="90080"/>
                </a:lnTo>
                <a:lnTo>
                  <a:pt x="121057" y="113445"/>
                </a:lnTo>
                <a:cubicBezTo>
                  <a:pt x="126145" y="118533"/>
                  <a:pt x="134408" y="118533"/>
                  <a:pt x="139496" y="113445"/>
                </a:cubicBezTo>
                <a:lnTo>
                  <a:pt x="191599" y="6134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56362" y="1606797"/>
            <a:ext cx="5774701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Beneficiile Digitalizării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849" y="1988670"/>
            <a:ext cx="1910427" cy="729436"/>
          </a:xfrm>
          <a:custGeom>
            <a:avLst/>
            <a:gdLst/>
            <a:ahLst/>
            <a:cxnLst/>
            <a:rect l="l" t="t" r="r" b="b"/>
            <a:pathLst>
              <a:path w="1910427" h="729436">
                <a:moveTo>
                  <a:pt x="104207" y="0"/>
                </a:moveTo>
                <a:lnTo>
                  <a:pt x="1806220" y="0"/>
                </a:lnTo>
                <a:cubicBezTo>
                  <a:pt x="1863772" y="0"/>
                  <a:pt x="1910427" y="46655"/>
                  <a:pt x="1910427" y="104207"/>
                </a:cubicBezTo>
                <a:lnTo>
                  <a:pt x="1910427" y="625229"/>
                </a:lnTo>
                <a:cubicBezTo>
                  <a:pt x="1910427" y="682742"/>
                  <a:pt x="1863734" y="729436"/>
                  <a:pt x="180622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4896" y="2092846"/>
            <a:ext cx="1832274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47%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9631" y="2440046"/>
            <a:ext cx="176280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Creștere vânzări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08190" y="1988670"/>
            <a:ext cx="1910427" cy="729436"/>
          </a:xfrm>
          <a:custGeom>
            <a:avLst/>
            <a:gdLst/>
            <a:ahLst/>
            <a:cxnLst/>
            <a:rect l="l" t="t" r="r" b="b"/>
            <a:pathLst>
              <a:path w="1910427" h="729436">
                <a:moveTo>
                  <a:pt x="104207" y="0"/>
                </a:moveTo>
                <a:lnTo>
                  <a:pt x="1806220" y="0"/>
                </a:lnTo>
                <a:cubicBezTo>
                  <a:pt x="1863772" y="0"/>
                  <a:pt x="1910427" y="46655"/>
                  <a:pt x="1910427" y="104207"/>
                </a:cubicBezTo>
                <a:lnTo>
                  <a:pt x="1910427" y="625229"/>
                </a:lnTo>
                <a:cubicBezTo>
                  <a:pt x="1910427" y="682742"/>
                  <a:pt x="1863734" y="729436"/>
                  <a:pt x="180622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47237" y="2092846"/>
            <a:ext cx="1832274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1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81972" y="2440046"/>
            <a:ext cx="176280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Extindere clienți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0682" y="1988670"/>
            <a:ext cx="1910427" cy="729436"/>
          </a:xfrm>
          <a:custGeom>
            <a:avLst/>
            <a:gdLst/>
            <a:ahLst/>
            <a:cxnLst/>
            <a:rect l="l" t="t" r="r" b="b"/>
            <a:pathLst>
              <a:path w="1910427" h="729436">
                <a:moveTo>
                  <a:pt x="104207" y="0"/>
                </a:moveTo>
                <a:lnTo>
                  <a:pt x="1806220" y="0"/>
                </a:lnTo>
                <a:cubicBezTo>
                  <a:pt x="1863772" y="0"/>
                  <a:pt x="1910427" y="46655"/>
                  <a:pt x="1910427" y="104207"/>
                </a:cubicBezTo>
                <a:lnTo>
                  <a:pt x="1910427" y="625229"/>
                </a:lnTo>
                <a:cubicBezTo>
                  <a:pt x="1910427" y="682742"/>
                  <a:pt x="1863734" y="729436"/>
                  <a:pt x="180622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59729" y="2092846"/>
            <a:ext cx="1832274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464" y="2440046"/>
            <a:ext cx="176280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Îmbunătățire productivitate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849" y="2821919"/>
            <a:ext cx="600047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Conform studiului OECD 2024, 72% din IMM-uri folosesc date digitale pentru decizii strategice.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175" y="3339931"/>
            <a:ext cx="6218538" cy="2736349"/>
          </a:xfrm>
          <a:custGeom>
            <a:avLst/>
            <a:gdLst/>
            <a:ahLst/>
            <a:cxnLst/>
            <a:rect l="l" t="t" r="r" b="b"/>
            <a:pathLst>
              <a:path w="6218538" h="2736349">
                <a:moveTo>
                  <a:pt x="138952" y="0"/>
                </a:moveTo>
                <a:lnTo>
                  <a:pt x="6079586" y="0"/>
                </a:lnTo>
                <a:cubicBezTo>
                  <a:pt x="6156275" y="0"/>
                  <a:pt x="6218538" y="62262"/>
                  <a:pt x="6218538" y="138952"/>
                </a:cubicBezTo>
                <a:lnTo>
                  <a:pt x="6218538" y="2597398"/>
                </a:lnTo>
                <a:cubicBezTo>
                  <a:pt x="6218538" y="2674087"/>
                  <a:pt x="6156275" y="2736349"/>
                  <a:pt x="6079586" y="2736349"/>
                </a:cubicBezTo>
                <a:lnTo>
                  <a:pt x="138952" y="2736349"/>
                </a:lnTo>
                <a:cubicBezTo>
                  <a:pt x="62262" y="2736349"/>
                  <a:pt x="0" y="2674087"/>
                  <a:pt x="0" y="2597398"/>
                </a:cubicBezTo>
                <a:lnTo>
                  <a:pt x="0" y="138952"/>
                </a:lnTo>
                <a:cubicBezTo>
                  <a:pt x="0" y="62211"/>
                  <a:pt x="62211" y="0"/>
                  <a:pt x="13895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849" y="3518280"/>
            <a:ext cx="260513" cy="208410"/>
          </a:xfrm>
          <a:custGeom>
            <a:avLst/>
            <a:gdLst/>
            <a:ahLst/>
            <a:cxnLst/>
            <a:rect l="l" t="t" r="r" b="b"/>
            <a:pathLst>
              <a:path w="260513" h="208410">
                <a:moveTo>
                  <a:pt x="169293" y="85684"/>
                </a:moveTo>
                <a:cubicBezTo>
                  <a:pt x="174259" y="84341"/>
                  <a:pt x="179469" y="86702"/>
                  <a:pt x="181708" y="91302"/>
                </a:cubicBezTo>
                <a:lnTo>
                  <a:pt x="189279" y="106607"/>
                </a:lnTo>
                <a:cubicBezTo>
                  <a:pt x="193471" y="107177"/>
                  <a:pt x="197583" y="108316"/>
                  <a:pt x="201450" y="109904"/>
                </a:cubicBezTo>
                <a:lnTo>
                  <a:pt x="215696" y="100420"/>
                </a:lnTo>
                <a:cubicBezTo>
                  <a:pt x="219971" y="97570"/>
                  <a:pt x="225629" y="98140"/>
                  <a:pt x="229251" y="101763"/>
                </a:cubicBezTo>
                <a:lnTo>
                  <a:pt x="237067" y="109578"/>
                </a:lnTo>
                <a:cubicBezTo>
                  <a:pt x="240689" y="113201"/>
                  <a:pt x="241259" y="118900"/>
                  <a:pt x="238410" y="123133"/>
                </a:cubicBezTo>
                <a:lnTo>
                  <a:pt x="228926" y="137339"/>
                </a:lnTo>
                <a:cubicBezTo>
                  <a:pt x="229699" y="139252"/>
                  <a:pt x="230391" y="141247"/>
                  <a:pt x="230961" y="143323"/>
                </a:cubicBezTo>
                <a:cubicBezTo>
                  <a:pt x="231531" y="145399"/>
                  <a:pt x="231897" y="147434"/>
                  <a:pt x="232182" y="149510"/>
                </a:cubicBezTo>
                <a:lnTo>
                  <a:pt x="247528" y="157081"/>
                </a:lnTo>
                <a:cubicBezTo>
                  <a:pt x="252128" y="159361"/>
                  <a:pt x="254488" y="164571"/>
                  <a:pt x="253145" y="169496"/>
                </a:cubicBezTo>
                <a:lnTo>
                  <a:pt x="250296" y="180161"/>
                </a:lnTo>
                <a:cubicBezTo>
                  <a:pt x="248953" y="185086"/>
                  <a:pt x="244353" y="188424"/>
                  <a:pt x="239224" y="188098"/>
                </a:cubicBezTo>
                <a:lnTo>
                  <a:pt x="222128" y="186999"/>
                </a:lnTo>
                <a:cubicBezTo>
                  <a:pt x="219563" y="190296"/>
                  <a:pt x="216592" y="193349"/>
                  <a:pt x="213213" y="195954"/>
                </a:cubicBezTo>
                <a:lnTo>
                  <a:pt x="214312" y="213010"/>
                </a:lnTo>
                <a:cubicBezTo>
                  <a:pt x="214638" y="218139"/>
                  <a:pt x="211300" y="222779"/>
                  <a:pt x="206375" y="224082"/>
                </a:cubicBezTo>
                <a:lnTo>
                  <a:pt x="195710" y="226931"/>
                </a:lnTo>
                <a:cubicBezTo>
                  <a:pt x="190744" y="228274"/>
                  <a:pt x="185575" y="225913"/>
                  <a:pt x="183295" y="221314"/>
                </a:cubicBezTo>
                <a:lnTo>
                  <a:pt x="175724" y="206009"/>
                </a:lnTo>
                <a:cubicBezTo>
                  <a:pt x="171531" y="205439"/>
                  <a:pt x="167420" y="204299"/>
                  <a:pt x="163553" y="202712"/>
                </a:cubicBezTo>
                <a:lnTo>
                  <a:pt x="149306" y="212196"/>
                </a:lnTo>
                <a:cubicBezTo>
                  <a:pt x="145032" y="215045"/>
                  <a:pt x="139374" y="214475"/>
                  <a:pt x="135752" y="210853"/>
                </a:cubicBezTo>
                <a:lnTo>
                  <a:pt x="127936" y="203037"/>
                </a:lnTo>
                <a:cubicBezTo>
                  <a:pt x="124313" y="199414"/>
                  <a:pt x="123744" y="193756"/>
                  <a:pt x="126593" y="189482"/>
                </a:cubicBezTo>
                <a:lnTo>
                  <a:pt x="136077" y="175236"/>
                </a:lnTo>
                <a:cubicBezTo>
                  <a:pt x="135304" y="173322"/>
                  <a:pt x="134612" y="171328"/>
                  <a:pt x="134042" y="169252"/>
                </a:cubicBezTo>
                <a:cubicBezTo>
                  <a:pt x="133472" y="167176"/>
                  <a:pt x="133106" y="165100"/>
                  <a:pt x="132821" y="163065"/>
                </a:cubicBezTo>
                <a:lnTo>
                  <a:pt x="117475" y="155494"/>
                </a:lnTo>
                <a:cubicBezTo>
                  <a:pt x="112875" y="153214"/>
                  <a:pt x="110555" y="148004"/>
                  <a:pt x="111858" y="143079"/>
                </a:cubicBezTo>
                <a:lnTo>
                  <a:pt x="114707" y="132414"/>
                </a:lnTo>
                <a:cubicBezTo>
                  <a:pt x="116050" y="127488"/>
                  <a:pt x="120650" y="124151"/>
                  <a:pt x="125779" y="124476"/>
                </a:cubicBezTo>
                <a:lnTo>
                  <a:pt x="142834" y="125575"/>
                </a:lnTo>
                <a:cubicBezTo>
                  <a:pt x="145399" y="122278"/>
                  <a:pt x="148370" y="119225"/>
                  <a:pt x="151749" y="116620"/>
                </a:cubicBezTo>
                <a:lnTo>
                  <a:pt x="150650" y="99605"/>
                </a:lnTo>
                <a:cubicBezTo>
                  <a:pt x="150324" y="94477"/>
                  <a:pt x="153662" y="89836"/>
                  <a:pt x="158587" y="88534"/>
                </a:cubicBezTo>
                <a:lnTo>
                  <a:pt x="169252" y="85684"/>
                </a:lnTo>
                <a:close/>
                <a:moveTo>
                  <a:pt x="182522" y="138397"/>
                </a:moveTo>
                <a:cubicBezTo>
                  <a:pt x="172637" y="138409"/>
                  <a:pt x="164621" y="146443"/>
                  <a:pt x="164632" y="156328"/>
                </a:cubicBezTo>
                <a:cubicBezTo>
                  <a:pt x="164643" y="166213"/>
                  <a:pt x="172678" y="174229"/>
                  <a:pt x="182563" y="174218"/>
                </a:cubicBezTo>
                <a:cubicBezTo>
                  <a:pt x="192447" y="174207"/>
                  <a:pt x="200464" y="166172"/>
                  <a:pt x="200452" y="156287"/>
                </a:cubicBezTo>
                <a:cubicBezTo>
                  <a:pt x="200441" y="146402"/>
                  <a:pt x="192407" y="138386"/>
                  <a:pt x="182522" y="138397"/>
                </a:cubicBezTo>
                <a:close/>
                <a:moveTo>
                  <a:pt x="91546" y="-18521"/>
                </a:moveTo>
                <a:lnTo>
                  <a:pt x="102211" y="-15671"/>
                </a:lnTo>
                <a:cubicBezTo>
                  <a:pt x="107136" y="-14328"/>
                  <a:pt x="110474" y="-9688"/>
                  <a:pt x="110148" y="-4600"/>
                </a:cubicBezTo>
                <a:lnTo>
                  <a:pt x="109049" y="12415"/>
                </a:lnTo>
                <a:cubicBezTo>
                  <a:pt x="112428" y="15020"/>
                  <a:pt x="115399" y="18032"/>
                  <a:pt x="117963" y="21370"/>
                </a:cubicBezTo>
                <a:lnTo>
                  <a:pt x="135060" y="20271"/>
                </a:lnTo>
                <a:cubicBezTo>
                  <a:pt x="140148" y="19946"/>
                  <a:pt x="144788" y="23283"/>
                  <a:pt x="146131" y="28209"/>
                </a:cubicBezTo>
                <a:lnTo>
                  <a:pt x="148981" y="38873"/>
                </a:lnTo>
                <a:cubicBezTo>
                  <a:pt x="150283" y="43799"/>
                  <a:pt x="147963" y="49009"/>
                  <a:pt x="143363" y="51288"/>
                </a:cubicBezTo>
                <a:lnTo>
                  <a:pt x="128018" y="58860"/>
                </a:lnTo>
                <a:cubicBezTo>
                  <a:pt x="127733" y="60936"/>
                  <a:pt x="127326" y="63012"/>
                  <a:pt x="126796" y="65047"/>
                </a:cubicBezTo>
                <a:cubicBezTo>
                  <a:pt x="126267" y="67082"/>
                  <a:pt x="125535" y="69117"/>
                  <a:pt x="124761" y="71030"/>
                </a:cubicBezTo>
                <a:lnTo>
                  <a:pt x="134246" y="85277"/>
                </a:lnTo>
                <a:cubicBezTo>
                  <a:pt x="137095" y="89551"/>
                  <a:pt x="136525" y="95209"/>
                  <a:pt x="132902" y="98832"/>
                </a:cubicBezTo>
                <a:lnTo>
                  <a:pt x="125087" y="106647"/>
                </a:lnTo>
                <a:cubicBezTo>
                  <a:pt x="121464" y="110270"/>
                  <a:pt x="115806" y="110840"/>
                  <a:pt x="111532" y="107991"/>
                </a:cubicBezTo>
                <a:lnTo>
                  <a:pt x="97285" y="98506"/>
                </a:lnTo>
                <a:cubicBezTo>
                  <a:pt x="93418" y="100094"/>
                  <a:pt x="89307" y="101234"/>
                  <a:pt x="85114" y="101804"/>
                </a:cubicBezTo>
                <a:lnTo>
                  <a:pt x="77543" y="117109"/>
                </a:lnTo>
                <a:cubicBezTo>
                  <a:pt x="75264" y="121708"/>
                  <a:pt x="70054" y="124029"/>
                  <a:pt x="65128" y="122726"/>
                </a:cubicBezTo>
                <a:lnTo>
                  <a:pt x="54463" y="119877"/>
                </a:lnTo>
                <a:cubicBezTo>
                  <a:pt x="49497" y="118533"/>
                  <a:pt x="46200" y="113893"/>
                  <a:pt x="46526" y="108805"/>
                </a:cubicBezTo>
                <a:lnTo>
                  <a:pt x="47625" y="91749"/>
                </a:lnTo>
                <a:cubicBezTo>
                  <a:pt x="44246" y="89144"/>
                  <a:pt x="41275" y="86132"/>
                  <a:pt x="38711" y="82794"/>
                </a:cubicBezTo>
                <a:lnTo>
                  <a:pt x="21614" y="83893"/>
                </a:lnTo>
                <a:cubicBezTo>
                  <a:pt x="16526" y="84219"/>
                  <a:pt x="11886" y="80881"/>
                  <a:pt x="10543" y="75956"/>
                </a:cubicBezTo>
                <a:lnTo>
                  <a:pt x="7693" y="65291"/>
                </a:lnTo>
                <a:cubicBezTo>
                  <a:pt x="6391" y="60366"/>
                  <a:pt x="8711" y="55155"/>
                  <a:pt x="13311" y="52876"/>
                </a:cubicBezTo>
                <a:lnTo>
                  <a:pt x="28656" y="45305"/>
                </a:lnTo>
                <a:cubicBezTo>
                  <a:pt x="28941" y="43229"/>
                  <a:pt x="29348" y="41194"/>
                  <a:pt x="29878" y="39118"/>
                </a:cubicBezTo>
                <a:cubicBezTo>
                  <a:pt x="30447" y="37042"/>
                  <a:pt x="31099" y="35047"/>
                  <a:pt x="31913" y="33134"/>
                </a:cubicBezTo>
                <a:lnTo>
                  <a:pt x="22429" y="18928"/>
                </a:lnTo>
                <a:cubicBezTo>
                  <a:pt x="19579" y="14654"/>
                  <a:pt x="20149" y="8996"/>
                  <a:pt x="23772" y="5373"/>
                </a:cubicBezTo>
                <a:lnTo>
                  <a:pt x="31587" y="-2442"/>
                </a:lnTo>
                <a:cubicBezTo>
                  <a:pt x="35210" y="-6065"/>
                  <a:pt x="40868" y="-6635"/>
                  <a:pt x="45142" y="-3786"/>
                </a:cubicBezTo>
                <a:lnTo>
                  <a:pt x="59389" y="5699"/>
                </a:lnTo>
                <a:cubicBezTo>
                  <a:pt x="63256" y="4111"/>
                  <a:pt x="67367" y="2971"/>
                  <a:pt x="71560" y="2402"/>
                </a:cubicBezTo>
                <a:lnTo>
                  <a:pt x="79131" y="-12904"/>
                </a:lnTo>
                <a:cubicBezTo>
                  <a:pt x="81410" y="-17503"/>
                  <a:pt x="86580" y="-19823"/>
                  <a:pt x="91546" y="-18521"/>
                </a:cubicBezTo>
                <a:close/>
                <a:moveTo>
                  <a:pt x="78317" y="34192"/>
                </a:moveTo>
                <a:cubicBezTo>
                  <a:pt x="68432" y="34192"/>
                  <a:pt x="60406" y="42218"/>
                  <a:pt x="60406" y="52103"/>
                </a:cubicBezTo>
                <a:cubicBezTo>
                  <a:pt x="60406" y="61988"/>
                  <a:pt x="68432" y="70013"/>
                  <a:pt x="78317" y="70013"/>
                </a:cubicBezTo>
                <a:cubicBezTo>
                  <a:pt x="88202" y="70013"/>
                  <a:pt x="96227" y="61988"/>
                  <a:pt x="96227" y="52103"/>
                </a:cubicBezTo>
                <a:cubicBezTo>
                  <a:pt x="96227" y="42218"/>
                  <a:pt x="88202" y="34192"/>
                  <a:pt x="78317" y="341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756362" y="3483604"/>
            <a:ext cx="5774701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Cheie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849" y="3865480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1370" y="3969653"/>
            <a:ext cx="156308" cy="138940"/>
          </a:xfrm>
          <a:custGeom>
            <a:avLst/>
            <a:gdLst/>
            <a:ahLst/>
            <a:cxnLst/>
            <a:rect l="l" t="t" r="r" b="b"/>
            <a:pathLst>
              <a:path w="156308" h="138940">
                <a:moveTo>
                  <a:pt x="0" y="91179"/>
                </a:moveTo>
                <a:cubicBezTo>
                  <a:pt x="0" y="112753"/>
                  <a:pt x="17503" y="130256"/>
                  <a:pt x="39077" y="130256"/>
                </a:cubicBezTo>
                <a:lnTo>
                  <a:pt x="121573" y="130256"/>
                </a:lnTo>
                <a:cubicBezTo>
                  <a:pt x="140758" y="130256"/>
                  <a:pt x="156308" y="114707"/>
                  <a:pt x="156308" y="95521"/>
                </a:cubicBezTo>
                <a:cubicBezTo>
                  <a:pt x="156308" y="81519"/>
                  <a:pt x="148031" y="69443"/>
                  <a:pt x="136091" y="63961"/>
                </a:cubicBezTo>
                <a:cubicBezTo>
                  <a:pt x="137909" y="60406"/>
                  <a:pt x="138940" y="56363"/>
                  <a:pt x="138940" y="52103"/>
                </a:cubicBezTo>
                <a:cubicBezTo>
                  <a:pt x="138940" y="37720"/>
                  <a:pt x="127271" y="26051"/>
                  <a:pt x="112889" y="26051"/>
                </a:cubicBezTo>
                <a:cubicBezTo>
                  <a:pt x="108086" y="26051"/>
                  <a:pt x="103608" y="27354"/>
                  <a:pt x="99755" y="29606"/>
                </a:cubicBezTo>
                <a:cubicBezTo>
                  <a:pt x="93215" y="17178"/>
                  <a:pt x="80162" y="8684"/>
                  <a:pt x="65128" y="8684"/>
                </a:cubicBezTo>
                <a:cubicBezTo>
                  <a:pt x="43554" y="8684"/>
                  <a:pt x="26051" y="26187"/>
                  <a:pt x="26051" y="47761"/>
                </a:cubicBezTo>
                <a:cubicBezTo>
                  <a:pt x="26051" y="49932"/>
                  <a:pt x="26241" y="52075"/>
                  <a:pt x="26567" y="54138"/>
                </a:cubicBezTo>
                <a:cubicBezTo>
                  <a:pt x="11126" y="59348"/>
                  <a:pt x="0" y="73975"/>
                  <a:pt x="0" y="9117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74" y="3865480"/>
            <a:ext cx="187569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7374" y="4108655"/>
            <a:ext cx="185832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365, Google Workspace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14511" y="3865480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18716" y="3969653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0"/>
                </a:moveTo>
                <a:cubicBezTo>
                  <a:pt x="70718" y="0"/>
                  <a:pt x="71967" y="271"/>
                  <a:pt x="73106" y="787"/>
                </a:cubicBezTo>
                <a:lnTo>
                  <a:pt x="124232" y="22469"/>
                </a:lnTo>
                <a:cubicBezTo>
                  <a:pt x="130202" y="24993"/>
                  <a:pt x="134653" y="30882"/>
                  <a:pt x="134625" y="37991"/>
                </a:cubicBezTo>
                <a:cubicBezTo>
                  <a:pt x="134490" y="64911"/>
                  <a:pt x="123418" y="114164"/>
                  <a:pt x="76661" y="136552"/>
                </a:cubicBezTo>
                <a:cubicBezTo>
                  <a:pt x="72129" y="138723"/>
                  <a:pt x="66865" y="138723"/>
                  <a:pt x="62333" y="136552"/>
                </a:cubicBezTo>
                <a:cubicBezTo>
                  <a:pt x="15549" y="114164"/>
                  <a:pt x="4505" y="64911"/>
                  <a:pt x="4369" y="37991"/>
                </a:cubicBezTo>
                <a:cubicBezTo>
                  <a:pt x="4342" y="30882"/>
                  <a:pt x="8792" y="24993"/>
                  <a:pt x="14762" y="22469"/>
                </a:cubicBezTo>
                <a:lnTo>
                  <a:pt x="65861" y="787"/>
                </a:lnTo>
                <a:cubicBezTo>
                  <a:pt x="67001" y="271"/>
                  <a:pt x="68222" y="0"/>
                  <a:pt x="69470" y="0"/>
                </a:cubicBezTo>
                <a:close/>
                <a:moveTo>
                  <a:pt x="69470" y="18127"/>
                </a:moveTo>
                <a:lnTo>
                  <a:pt x="69470" y="120731"/>
                </a:lnTo>
                <a:cubicBezTo>
                  <a:pt x="106919" y="102604"/>
                  <a:pt x="116987" y="62442"/>
                  <a:pt x="117231" y="38399"/>
                </a:cubicBezTo>
                <a:lnTo>
                  <a:pt x="69470" y="18154"/>
                </a:lnTo>
                <a:lnTo>
                  <a:pt x="69470" y="18154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3966037" y="3865480"/>
            <a:ext cx="1432821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Securitate 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66037" y="4108655"/>
            <a:ext cx="1415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Antivirus, firewall, backup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5849" y="4386353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82686" y="4490528"/>
            <a:ext cx="173675" cy="138940"/>
          </a:xfrm>
          <a:custGeom>
            <a:avLst/>
            <a:gdLst/>
            <a:ahLst/>
            <a:cxnLst/>
            <a:rect l="l" t="t" r="r" b="b"/>
            <a:pathLst>
              <a:path w="173675" h="138940">
                <a:moveTo>
                  <a:pt x="95521" y="0"/>
                </a:moveTo>
                <a:cubicBezTo>
                  <a:pt x="95521" y="-4803"/>
                  <a:pt x="91641" y="-8684"/>
                  <a:pt x="86838" y="-8684"/>
                </a:cubicBezTo>
                <a:cubicBezTo>
                  <a:pt x="82034" y="-8684"/>
                  <a:pt x="78154" y="-4803"/>
                  <a:pt x="78154" y="0"/>
                </a:cubicBezTo>
                <a:lnTo>
                  <a:pt x="78154" y="17368"/>
                </a:lnTo>
                <a:lnTo>
                  <a:pt x="52103" y="17368"/>
                </a:lnTo>
                <a:cubicBezTo>
                  <a:pt x="37720" y="17368"/>
                  <a:pt x="26051" y="29036"/>
                  <a:pt x="26051" y="43419"/>
                </a:cubicBezTo>
                <a:lnTo>
                  <a:pt x="26051" y="104205"/>
                </a:lnTo>
                <a:cubicBezTo>
                  <a:pt x="26051" y="118588"/>
                  <a:pt x="37720" y="130256"/>
                  <a:pt x="52103" y="130256"/>
                </a:cubicBezTo>
                <a:lnTo>
                  <a:pt x="121573" y="130256"/>
                </a:lnTo>
                <a:cubicBezTo>
                  <a:pt x="135955" y="130256"/>
                  <a:pt x="147624" y="118588"/>
                  <a:pt x="147624" y="104205"/>
                </a:cubicBezTo>
                <a:lnTo>
                  <a:pt x="147624" y="43419"/>
                </a:lnTo>
                <a:cubicBezTo>
                  <a:pt x="147624" y="29036"/>
                  <a:pt x="135955" y="17368"/>
                  <a:pt x="121573" y="17368"/>
                </a:cubicBezTo>
                <a:lnTo>
                  <a:pt x="95521" y="17368"/>
                </a:lnTo>
                <a:lnTo>
                  <a:pt x="95521" y="0"/>
                </a:lnTo>
                <a:close/>
                <a:moveTo>
                  <a:pt x="43419" y="99863"/>
                </a:moveTo>
                <a:cubicBezTo>
                  <a:pt x="43419" y="96254"/>
                  <a:pt x="46322" y="93350"/>
                  <a:pt x="49932" y="93350"/>
                </a:cubicBezTo>
                <a:lnTo>
                  <a:pt x="58615" y="93350"/>
                </a:lnTo>
                <a:cubicBezTo>
                  <a:pt x="62225" y="93350"/>
                  <a:pt x="65128" y="96254"/>
                  <a:pt x="65128" y="99863"/>
                </a:cubicBezTo>
                <a:cubicBezTo>
                  <a:pt x="65128" y="103472"/>
                  <a:pt x="62225" y="106376"/>
                  <a:pt x="58615" y="106376"/>
                </a:cubicBezTo>
                <a:lnTo>
                  <a:pt x="49932" y="106376"/>
                </a:lnTo>
                <a:cubicBezTo>
                  <a:pt x="46322" y="106376"/>
                  <a:pt x="43419" y="103472"/>
                  <a:pt x="43419" y="99863"/>
                </a:cubicBezTo>
                <a:close/>
                <a:moveTo>
                  <a:pt x="75983" y="99863"/>
                </a:moveTo>
                <a:cubicBezTo>
                  <a:pt x="75983" y="96254"/>
                  <a:pt x="78887" y="93350"/>
                  <a:pt x="82496" y="93350"/>
                </a:cubicBezTo>
                <a:lnTo>
                  <a:pt x="91179" y="93350"/>
                </a:lnTo>
                <a:cubicBezTo>
                  <a:pt x="94789" y="93350"/>
                  <a:pt x="97692" y="96254"/>
                  <a:pt x="97692" y="99863"/>
                </a:cubicBezTo>
                <a:cubicBezTo>
                  <a:pt x="97692" y="103472"/>
                  <a:pt x="94789" y="106376"/>
                  <a:pt x="91179" y="106376"/>
                </a:cubicBezTo>
                <a:lnTo>
                  <a:pt x="82496" y="106376"/>
                </a:lnTo>
                <a:cubicBezTo>
                  <a:pt x="78887" y="106376"/>
                  <a:pt x="75983" y="103472"/>
                  <a:pt x="75983" y="99863"/>
                </a:cubicBezTo>
                <a:close/>
                <a:moveTo>
                  <a:pt x="108547" y="99863"/>
                </a:moveTo>
                <a:cubicBezTo>
                  <a:pt x="108547" y="96254"/>
                  <a:pt x="111451" y="93350"/>
                  <a:pt x="115060" y="93350"/>
                </a:cubicBezTo>
                <a:lnTo>
                  <a:pt x="123744" y="93350"/>
                </a:lnTo>
                <a:cubicBezTo>
                  <a:pt x="127353" y="93350"/>
                  <a:pt x="130256" y="96254"/>
                  <a:pt x="130256" y="99863"/>
                </a:cubicBezTo>
                <a:cubicBezTo>
                  <a:pt x="130256" y="103472"/>
                  <a:pt x="127353" y="106376"/>
                  <a:pt x="123744" y="106376"/>
                </a:cubicBezTo>
                <a:lnTo>
                  <a:pt x="115060" y="106376"/>
                </a:lnTo>
                <a:cubicBezTo>
                  <a:pt x="111451" y="106376"/>
                  <a:pt x="108547" y="103472"/>
                  <a:pt x="108547" y="99863"/>
                </a:cubicBezTo>
                <a:close/>
                <a:moveTo>
                  <a:pt x="60786" y="47761"/>
                </a:moveTo>
                <a:cubicBezTo>
                  <a:pt x="67975" y="47761"/>
                  <a:pt x="73812" y="53597"/>
                  <a:pt x="73812" y="60786"/>
                </a:cubicBezTo>
                <a:cubicBezTo>
                  <a:pt x="73812" y="67975"/>
                  <a:pt x="67975" y="73812"/>
                  <a:pt x="60786" y="73812"/>
                </a:cubicBezTo>
                <a:cubicBezTo>
                  <a:pt x="53597" y="73812"/>
                  <a:pt x="47761" y="67975"/>
                  <a:pt x="47761" y="60786"/>
                </a:cubicBezTo>
                <a:cubicBezTo>
                  <a:pt x="47761" y="53597"/>
                  <a:pt x="53597" y="47761"/>
                  <a:pt x="60786" y="47761"/>
                </a:cubicBezTo>
                <a:close/>
                <a:moveTo>
                  <a:pt x="99863" y="60786"/>
                </a:moveTo>
                <a:cubicBezTo>
                  <a:pt x="99863" y="53597"/>
                  <a:pt x="105700" y="47761"/>
                  <a:pt x="112889" y="47761"/>
                </a:cubicBezTo>
                <a:cubicBezTo>
                  <a:pt x="120078" y="47761"/>
                  <a:pt x="125915" y="53597"/>
                  <a:pt x="125915" y="60786"/>
                </a:cubicBezTo>
                <a:cubicBezTo>
                  <a:pt x="125915" y="67975"/>
                  <a:pt x="120078" y="73812"/>
                  <a:pt x="112889" y="73812"/>
                </a:cubicBezTo>
                <a:cubicBezTo>
                  <a:pt x="105700" y="73812"/>
                  <a:pt x="99863" y="67975"/>
                  <a:pt x="99863" y="60786"/>
                </a:cubicBezTo>
                <a:close/>
                <a:moveTo>
                  <a:pt x="17368" y="60786"/>
                </a:moveTo>
                <a:cubicBezTo>
                  <a:pt x="17368" y="55983"/>
                  <a:pt x="13487" y="52103"/>
                  <a:pt x="8684" y="52103"/>
                </a:cubicBezTo>
                <a:cubicBezTo>
                  <a:pt x="3881" y="52103"/>
                  <a:pt x="0" y="55983"/>
                  <a:pt x="0" y="60786"/>
                </a:cubicBezTo>
                <a:lnTo>
                  <a:pt x="0" y="86838"/>
                </a:lnTo>
                <a:cubicBezTo>
                  <a:pt x="0" y="91641"/>
                  <a:pt x="3881" y="95521"/>
                  <a:pt x="8684" y="95521"/>
                </a:cubicBezTo>
                <a:cubicBezTo>
                  <a:pt x="13487" y="95521"/>
                  <a:pt x="17368" y="91641"/>
                  <a:pt x="17368" y="86838"/>
                </a:cubicBezTo>
                <a:lnTo>
                  <a:pt x="17368" y="60786"/>
                </a:lnTo>
                <a:close/>
                <a:moveTo>
                  <a:pt x="164991" y="52103"/>
                </a:moveTo>
                <a:cubicBezTo>
                  <a:pt x="160188" y="52103"/>
                  <a:pt x="156308" y="55983"/>
                  <a:pt x="156308" y="60786"/>
                </a:cubicBezTo>
                <a:lnTo>
                  <a:pt x="156308" y="86838"/>
                </a:lnTo>
                <a:cubicBezTo>
                  <a:pt x="156308" y="91641"/>
                  <a:pt x="160188" y="95521"/>
                  <a:pt x="164991" y="95521"/>
                </a:cubicBezTo>
                <a:cubicBezTo>
                  <a:pt x="169795" y="95521"/>
                  <a:pt x="173675" y="91641"/>
                  <a:pt x="173675" y="86838"/>
                </a:cubicBezTo>
                <a:lnTo>
                  <a:pt x="173675" y="60786"/>
                </a:lnTo>
                <a:cubicBezTo>
                  <a:pt x="173675" y="55983"/>
                  <a:pt x="169795" y="52103"/>
                  <a:pt x="164991" y="5210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2" name="Text 30"/>
          <p:cNvSpPr/>
          <p:nvPr/>
        </p:nvSpPr>
        <p:spPr>
          <a:xfrm>
            <a:off x="947374" y="4386353"/>
            <a:ext cx="1780171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7374" y="4629530"/>
            <a:ext cx="176280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Procese repetitive, workflow-uri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14511" y="4386353"/>
            <a:ext cx="347350" cy="347350"/>
          </a:xfrm>
          <a:custGeom>
            <a:avLst/>
            <a:gdLst/>
            <a:ahLst/>
            <a:cxnLst/>
            <a:rect l="l" t="t" r="r" b="b"/>
            <a:pathLst>
              <a:path w="347350" h="347350">
                <a:moveTo>
                  <a:pt x="69470" y="0"/>
                </a:moveTo>
                <a:lnTo>
                  <a:pt x="277880" y="0"/>
                </a:lnTo>
                <a:cubicBezTo>
                  <a:pt x="316222" y="0"/>
                  <a:pt x="347350" y="31129"/>
                  <a:pt x="347350" y="69470"/>
                </a:cubicBezTo>
                <a:lnTo>
                  <a:pt x="347350" y="277880"/>
                </a:lnTo>
                <a:cubicBezTo>
                  <a:pt x="347350" y="316248"/>
                  <a:pt x="316248" y="347350"/>
                  <a:pt x="277880" y="347350"/>
                </a:cubicBezTo>
                <a:lnTo>
                  <a:pt x="69470" y="347350"/>
                </a:lnTo>
                <a:cubicBezTo>
                  <a:pt x="31129" y="347350"/>
                  <a:pt x="0" y="316222"/>
                  <a:pt x="0" y="27788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27400" y="4490528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60786" y="17368"/>
                </a:moveTo>
                <a:cubicBezTo>
                  <a:pt x="39348" y="17368"/>
                  <a:pt x="21519" y="32917"/>
                  <a:pt x="17992" y="53378"/>
                </a:cubicBezTo>
                <a:cubicBezTo>
                  <a:pt x="20515" y="52564"/>
                  <a:pt x="23229" y="52103"/>
                  <a:pt x="26051" y="52103"/>
                </a:cubicBezTo>
                <a:lnTo>
                  <a:pt x="30393" y="52103"/>
                </a:lnTo>
                <a:cubicBezTo>
                  <a:pt x="37584" y="52103"/>
                  <a:pt x="43419" y="57937"/>
                  <a:pt x="43419" y="65128"/>
                </a:cubicBezTo>
                <a:lnTo>
                  <a:pt x="43419" y="91179"/>
                </a:lnTo>
                <a:cubicBezTo>
                  <a:pt x="43419" y="98371"/>
                  <a:pt x="37584" y="104205"/>
                  <a:pt x="30393" y="104205"/>
                </a:cubicBezTo>
                <a:lnTo>
                  <a:pt x="26051" y="104205"/>
                </a:lnTo>
                <a:cubicBezTo>
                  <a:pt x="11669" y="104205"/>
                  <a:pt x="0" y="92536"/>
                  <a:pt x="0" y="78154"/>
                </a:cubicBezTo>
                <a:lnTo>
                  <a:pt x="0" y="60786"/>
                </a:lnTo>
                <a:cubicBezTo>
                  <a:pt x="0" y="27218"/>
                  <a:pt x="27218" y="0"/>
                  <a:pt x="60786" y="0"/>
                </a:cubicBezTo>
                <a:cubicBezTo>
                  <a:pt x="94354" y="0"/>
                  <a:pt x="121573" y="27218"/>
                  <a:pt x="121573" y="60786"/>
                </a:cubicBezTo>
                <a:lnTo>
                  <a:pt x="121573" y="106403"/>
                </a:lnTo>
                <a:cubicBezTo>
                  <a:pt x="121573" y="124395"/>
                  <a:pt x="106973" y="138967"/>
                  <a:pt x="88981" y="138967"/>
                </a:cubicBezTo>
                <a:lnTo>
                  <a:pt x="65128" y="138940"/>
                </a:lnTo>
                <a:lnTo>
                  <a:pt x="56444" y="138940"/>
                </a:lnTo>
                <a:cubicBezTo>
                  <a:pt x="49253" y="138940"/>
                  <a:pt x="43419" y="133106"/>
                  <a:pt x="43419" y="125915"/>
                </a:cubicBezTo>
                <a:cubicBezTo>
                  <a:pt x="43419" y="118723"/>
                  <a:pt x="49253" y="112889"/>
                  <a:pt x="56444" y="112889"/>
                </a:cubicBezTo>
                <a:lnTo>
                  <a:pt x="65128" y="112889"/>
                </a:lnTo>
                <a:cubicBezTo>
                  <a:pt x="72319" y="112889"/>
                  <a:pt x="78154" y="118723"/>
                  <a:pt x="78154" y="125915"/>
                </a:cubicBezTo>
                <a:lnTo>
                  <a:pt x="78154" y="125915"/>
                </a:lnTo>
                <a:lnTo>
                  <a:pt x="89009" y="125915"/>
                </a:lnTo>
                <a:cubicBezTo>
                  <a:pt x="99809" y="125915"/>
                  <a:pt x="108547" y="117176"/>
                  <a:pt x="108547" y="106376"/>
                </a:cubicBezTo>
                <a:lnTo>
                  <a:pt x="108547" y="100704"/>
                </a:lnTo>
                <a:cubicBezTo>
                  <a:pt x="104721" y="102930"/>
                  <a:pt x="100270" y="104178"/>
                  <a:pt x="95521" y="104178"/>
                </a:cubicBezTo>
                <a:lnTo>
                  <a:pt x="91179" y="104178"/>
                </a:lnTo>
                <a:cubicBezTo>
                  <a:pt x="83988" y="104178"/>
                  <a:pt x="78154" y="98344"/>
                  <a:pt x="78154" y="91152"/>
                </a:cubicBezTo>
                <a:lnTo>
                  <a:pt x="78154" y="65101"/>
                </a:lnTo>
                <a:cubicBezTo>
                  <a:pt x="78154" y="57910"/>
                  <a:pt x="83988" y="52075"/>
                  <a:pt x="91179" y="52075"/>
                </a:cubicBezTo>
                <a:lnTo>
                  <a:pt x="95521" y="52075"/>
                </a:lnTo>
                <a:cubicBezTo>
                  <a:pt x="98344" y="52075"/>
                  <a:pt x="101030" y="52510"/>
                  <a:pt x="103581" y="53351"/>
                </a:cubicBezTo>
                <a:cubicBezTo>
                  <a:pt x="100053" y="32917"/>
                  <a:pt x="82251" y="17340"/>
                  <a:pt x="60786" y="1734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3966037" y="4386353"/>
            <a:ext cx="1788855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Suport 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66037" y="4629530"/>
            <a:ext cx="177148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Helpdesk, mentenanță proactivă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55996" y="1463122"/>
            <a:ext cx="5089649" cy="3066332"/>
          </a:xfrm>
          <a:custGeom>
            <a:avLst/>
            <a:gdLst/>
            <a:ahLst/>
            <a:cxnLst/>
            <a:rect l="l" t="t" r="r" b="b"/>
            <a:pathLst>
              <a:path w="5089649" h="3066332">
                <a:moveTo>
                  <a:pt x="138936" y="0"/>
                </a:moveTo>
                <a:lnTo>
                  <a:pt x="4950713" y="0"/>
                </a:lnTo>
                <a:cubicBezTo>
                  <a:pt x="5027445" y="0"/>
                  <a:pt x="5089649" y="62204"/>
                  <a:pt x="5089649" y="138936"/>
                </a:cubicBezTo>
                <a:lnTo>
                  <a:pt x="5089649" y="2927397"/>
                </a:lnTo>
                <a:cubicBezTo>
                  <a:pt x="5089649" y="3004129"/>
                  <a:pt x="5027445" y="3066332"/>
                  <a:pt x="4950713" y="3066332"/>
                </a:cubicBezTo>
                <a:lnTo>
                  <a:pt x="138936" y="3066332"/>
                </a:lnTo>
                <a:cubicBezTo>
                  <a:pt x="62204" y="3066332"/>
                  <a:pt x="0" y="3004129"/>
                  <a:pt x="0" y="2927397"/>
                </a:cubicBezTo>
                <a:lnTo>
                  <a:pt x="0" y="138936"/>
                </a:lnTo>
                <a:cubicBezTo>
                  <a:pt x="0" y="62255"/>
                  <a:pt x="62255" y="0"/>
                  <a:pt x="13893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25722" y="1641470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48846" y="22795"/>
                </a:moveTo>
                <a:cubicBezTo>
                  <a:pt x="48846" y="10217"/>
                  <a:pt x="59063" y="0"/>
                  <a:pt x="71641" y="0"/>
                </a:cubicBezTo>
                <a:lnTo>
                  <a:pt x="81410" y="0"/>
                </a:lnTo>
                <a:cubicBezTo>
                  <a:pt x="88615" y="0"/>
                  <a:pt x="94436" y="5821"/>
                  <a:pt x="94436" y="13026"/>
                </a:cubicBezTo>
                <a:lnTo>
                  <a:pt x="94436" y="195385"/>
                </a:lnTo>
                <a:cubicBezTo>
                  <a:pt x="94436" y="202589"/>
                  <a:pt x="88615" y="208410"/>
                  <a:pt x="81410" y="208410"/>
                </a:cubicBezTo>
                <a:lnTo>
                  <a:pt x="68385" y="208410"/>
                </a:lnTo>
                <a:cubicBezTo>
                  <a:pt x="56254" y="208410"/>
                  <a:pt x="46037" y="200106"/>
                  <a:pt x="43147" y="188872"/>
                </a:cubicBezTo>
                <a:cubicBezTo>
                  <a:pt x="42862" y="188872"/>
                  <a:pt x="42618" y="188872"/>
                  <a:pt x="42333" y="188872"/>
                </a:cubicBezTo>
                <a:cubicBezTo>
                  <a:pt x="24342" y="188872"/>
                  <a:pt x="9769" y="174299"/>
                  <a:pt x="9769" y="156308"/>
                </a:cubicBezTo>
                <a:cubicBezTo>
                  <a:pt x="9769" y="148981"/>
                  <a:pt x="12212" y="142224"/>
                  <a:pt x="16282" y="136769"/>
                </a:cubicBezTo>
                <a:cubicBezTo>
                  <a:pt x="8385" y="130826"/>
                  <a:pt x="3256" y="121383"/>
                  <a:pt x="3256" y="110718"/>
                </a:cubicBezTo>
                <a:cubicBezTo>
                  <a:pt x="3256" y="98140"/>
                  <a:pt x="10421" y="87190"/>
                  <a:pt x="20841" y="81777"/>
                </a:cubicBezTo>
                <a:cubicBezTo>
                  <a:pt x="17951" y="76892"/>
                  <a:pt x="16282" y="71193"/>
                  <a:pt x="16282" y="65128"/>
                </a:cubicBezTo>
                <a:cubicBezTo>
                  <a:pt x="16282" y="47137"/>
                  <a:pt x="30854" y="32564"/>
                  <a:pt x="48846" y="32564"/>
                </a:cubicBezTo>
                <a:lnTo>
                  <a:pt x="48846" y="22795"/>
                </a:lnTo>
                <a:close/>
                <a:moveTo>
                  <a:pt x="159564" y="22795"/>
                </a:moveTo>
                <a:lnTo>
                  <a:pt x="159564" y="32564"/>
                </a:lnTo>
                <a:cubicBezTo>
                  <a:pt x="177556" y="32564"/>
                  <a:pt x="192128" y="47137"/>
                  <a:pt x="192128" y="65128"/>
                </a:cubicBezTo>
                <a:cubicBezTo>
                  <a:pt x="192128" y="71234"/>
                  <a:pt x="190459" y="76933"/>
                  <a:pt x="187569" y="81777"/>
                </a:cubicBezTo>
                <a:cubicBezTo>
                  <a:pt x="198030" y="87190"/>
                  <a:pt x="205154" y="98099"/>
                  <a:pt x="205154" y="110718"/>
                </a:cubicBezTo>
                <a:cubicBezTo>
                  <a:pt x="205154" y="121383"/>
                  <a:pt x="200025" y="130826"/>
                  <a:pt x="192128" y="136769"/>
                </a:cubicBezTo>
                <a:cubicBezTo>
                  <a:pt x="196199" y="142224"/>
                  <a:pt x="198641" y="148981"/>
                  <a:pt x="198641" y="156308"/>
                </a:cubicBezTo>
                <a:cubicBezTo>
                  <a:pt x="198641" y="174299"/>
                  <a:pt x="184069" y="188872"/>
                  <a:pt x="166077" y="188872"/>
                </a:cubicBezTo>
                <a:cubicBezTo>
                  <a:pt x="165792" y="188872"/>
                  <a:pt x="165548" y="188872"/>
                  <a:pt x="165263" y="188872"/>
                </a:cubicBezTo>
                <a:cubicBezTo>
                  <a:pt x="162373" y="200106"/>
                  <a:pt x="152156" y="208410"/>
                  <a:pt x="140026" y="208410"/>
                </a:cubicBezTo>
                <a:lnTo>
                  <a:pt x="127000" y="208410"/>
                </a:lnTo>
                <a:cubicBezTo>
                  <a:pt x="119795" y="208410"/>
                  <a:pt x="113974" y="202589"/>
                  <a:pt x="113974" y="195385"/>
                </a:cubicBezTo>
                <a:lnTo>
                  <a:pt x="113974" y="13026"/>
                </a:lnTo>
                <a:cubicBezTo>
                  <a:pt x="113974" y="5821"/>
                  <a:pt x="119795" y="0"/>
                  <a:pt x="127000" y="0"/>
                </a:cubicBezTo>
                <a:lnTo>
                  <a:pt x="136769" y="0"/>
                </a:lnTo>
                <a:cubicBezTo>
                  <a:pt x="149347" y="0"/>
                  <a:pt x="159564" y="10217"/>
                  <a:pt x="159564" y="2279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7160183" y="1606797"/>
            <a:ext cx="4645812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Inteligență Artificială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99670" y="2023346"/>
            <a:ext cx="487159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din 5 IMM-uri experimentează deja cu servicii Generative AI pentru a îmbunătăți operațiunile.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99670" y="2613871"/>
            <a:ext cx="4802120" cy="521026"/>
          </a:xfrm>
          <a:custGeom>
            <a:avLst/>
            <a:gdLst/>
            <a:ahLst/>
            <a:cxnLst/>
            <a:rect l="l" t="t" r="r" b="b"/>
            <a:pathLst>
              <a:path w="4802120" h="521026">
                <a:moveTo>
                  <a:pt x="69468" y="0"/>
                </a:moveTo>
                <a:lnTo>
                  <a:pt x="4732651" y="0"/>
                </a:lnTo>
                <a:cubicBezTo>
                  <a:pt x="4771018" y="0"/>
                  <a:pt x="4802120" y="31102"/>
                  <a:pt x="4802120" y="69468"/>
                </a:cubicBezTo>
                <a:lnTo>
                  <a:pt x="4802120" y="451557"/>
                </a:lnTo>
                <a:cubicBezTo>
                  <a:pt x="4802120" y="489924"/>
                  <a:pt x="4771018" y="521026"/>
                  <a:pt x="473265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003845" y="2718047"/>
            <a:ext cx="1016000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Asistenți virtuali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16303" y="2735535"/>
            <a:ext cx="937846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ChatGPT, Claude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03845" y="2961222"/>
            <a:ext cx="4593709" cy="69470"/>
          </a:xfrm>
          <a:custGeom>
            <a:avLst/>
            <a:gdLst/>
            <a:ahLst/>
            <a:cxnLst/>
            <a:rect l="l" t="t" r="r" b="b"/>
            <a:pathLst>
              <a:path w="4593709" h="69470">
                <a:moveTo>
                  <a:pt x="34735" y="0"/>
                </a:moveTo>
                <a:lnTo>
                  <a:pt x="4558974" y="0"/>
                </a:lnTo>
                <a:cubicBezTo>
                  <a:pt x="4578158" y="0"/>
                  <a:pt x="4593709" y="15551"/>
                  <a:pt x="4593709" y="34735"/>
                </a:cubicBezTo>
                <a:lnTo>
                  <a:pt x="4593709" y="34735"/>
                </a:lnTo>
                <a:cubicBezTo>
                  <a:pt x="4593709" y="53919"/>
                  <a:pt x="4578158" y="69470"/>
                  <a:pt x="4558974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7003845" y="2961222"/>
            <a:ext cx="2613812" cy="69470"/>
          </a:xfrm>
          <a:custGeom>
            <a:avLst/>
            <a:gdLst/>
            <a:ahLst/>
            <a:cxnLst/>
            <a:rect l="l" t="t" r="r" b="b"/>
            <a:pathLst>
              <a:path w="2613812" h="69470">
                <a:moveTo>
                  <a:pt x="34735" y="0"/>
                </a:moveTo>
                <a:lnTo>
                  <a:pt x="2579077" y="0"/>
                </a:lnTo>
                <a:cubicBezTo>
                  <a:pt x="2598261" y="0"/>
                  <a:pt x="2613812" y="15551"/>
                  <a:pt x="2613812" y="34735"/>
                </a:cubicBezTo>
                <a:lnTo>
                  <a:pt x="2613812" y="34735"/>
                </a:lnTo>
                <a:cubicBezTo>
                  <a:pt x="2613812" y="53919"/>
                  <a:pt x="2598261" y="69470"/>
                  <a:pt x="2579077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6899670" y="3238922"/>
            <a:ext cx="4802120" cy="521026"/>
          </a:xfrm>
          <a:custGeom>
            <a:avLst/>
            <a:gdLst/>
            <a:ahLst/>
            <a:cxnLst/>
            <a:rect l="l" t="t" r="r" b="b"/>
            <a:pathLst>
              <a:path w="4802120" h="521026">
                <a:moveTo>
                  <a:pt x="69468" y="0"/>
                </a:moveTo>
                <a:lnTo>
                  <a:pt x="4732651" y="0"/>
                </a:lnTo>
                <a:cubicBezTo>
                  <a:pt x="4771018" y="0"/>
                  <a:pt x="4802120" y="31102"/>
                  <a:pt x="4802120" y="69468"/>
                </a:cubicBezTo>
                <a:lnTo>
                  <a:pt x="4802120" y="451557"/>
                </a:lnTo>
                <a:cubicBezTo>
                  <a:pt x="4802120" y="489924"/>
                  <a:pt x="4771018" y="521026"/>
                  <a:pt x="473265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003845" y="3343097"/>
            <a:ext cx="1589128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Automatizare documente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707108" y="3360584"/>
            <a:ext cx="946530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Procesare rapidă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03845" y="3586272"/>
            <a:ext cx="4593709" cy="69470"/>
          </a:xfrm>
          <a:custGeom>
            <a:avLst/>
            <a:gdLst/>
            <a:ahLst/>
            <a:cxnLst/>
            <a:rect l="l" t="t" r="r" b="b"/>
            <a:pathLst>
              <a:path w="4593709" h="69470">
                <a:moveTo>
                  <a:pt x="34735" y="0"/>
                </a:moveTo>
                <a:lnTo>
                  <a:pt x="4558974" y="0"/>
                </a:lnTo>
                <a:cubicBezTo>
                  <a:pt x="4578158" y="0"/>
                  <a:pt x="4593709" y="15551"/>
                  <a:pt x="4593709" y="34735"/>
                </a:cubicBezTo>
                <a:lnTo>
                  <a:pt x="4593709" y="34735"/>
                </a:lnTo>
                <a:cubicBezTo>
                  <a:pt x="4593709" y="53919"/>
                  <a:pt x="4578158" y="69470"/>
                  <a:pt x="4558974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7003845" y="3586272"/>
            <a:ext cx="1971214" cy="69470"/>
          </a:xfrm>
          <a:custGeom>
            <a:avLst/>
            <a:gdLst/>
            <a:ahLst/>
            <a:cxnLst/>
            <a:rect l="l" t="t" r="r" b="b"/>
            <a:pathLst>
              <a:path w="1971214" h="69470">
                <a:moveTo>
                  <a:pt x="34735" y="0"/>
                </a:moveTo>
                <a:lnTo>
                  <a:pt x="1936479" y="0"/>
                </a:lnTo>
                <a:cubicBezTo>
                  <a:pt x="1955662" y="0"/>
                  <a:pt x="1971214" y="15551"/>
                  <a:pt x="1971214" y="34735"/>
                </a:cubicBezTo>
                <a:lnTo>
                  <a:pt x="1971214" y="34735"/>
                </a:lnTo>
                <a:cubicBezTo>
                  <a:pt x="1971214" y="53919"/>
                  <a:pt x="1955662" y="69470"/>
                  <a:pt x="1936479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899670" y="3863970"/>
            <a:ext cx="4802120" cy="521026"/>
          </a:xfrm>
          <a:custGeom>
            <a:avLst/>
            <a:gdLst/>
            <a:ahLst/>
            <a:cxnLst/>
            <a:rect l="l" t="t" r="r" b="b"/>
            <a:pathLst>
              <a:path w="4802120" h="521026">
                <a:moveTo>
                  <a:pt x="69468" y="0"/>
                </a:moveTo>
                <a:lnTo>
                  <a:pt x="4732651" y="0"/>
                </a:lnTo>
                <a:cubicBezTo>
                  <a:pt x="4771018" y="0"/>
                  <a:pt x="4802120" y="31102"/>
                  <a:pt x="4802120" y="69468"/>
                </a:cubicBezTo>
                <a:lnTo>
                  <a:pt x="4802120" y="451557"/>
                </a:lnTo>
                <a:cubicBezTo>
                  <a:pt x="4802120" y="489924"/>
                  <a:pt x="4771018" y="521026"/>
                  <a:pt x="473265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003845" y="3968146"/>
            <a:ext cx="79890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Analiză date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639718" y="3985634"/>
            <a:ext cx="1016000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predictive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003845" y="4211321"/>
            <a:ext cx="4593709" cy="69470"/>
          </a:xfrm>
          <a:custGeom>
            <a:avLst/>
            <a:gdLst/>
            <a:ahLst/>
            <a:cxnLst/>
            <a:rect l="l" t="t" r="r" b="b"/>
            <a:pathLst>
              <a:path w="4593709" h="69470">
                <a:moveTo>
                  <a:pt x="34735" y="0"/>
                </a:moveTo>
                <a:lnTo>
                  <a:pt x="4558974" y="0"/>
                </a:lnTo>
                <a:cubicBezTo>
                  <a:pt x="4578158" y="0"/>
                  <a:pt x="4593709" y="15551"/>
                  <a:pt x="4593709" y="34735"/>
                </a:cubicBezTo>
                <a:lnTo>
                  <a:pt x="4593709" y="34735"/>
                </a:lnTo>
                <a:cubicBezTo>
                  <a:pt x="4593709" y="53919"/>
                  <a:pt x="4578158" y="69470"/>
                  <a:pt x="4558974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7003845" y="4211321"/>
            <a:ext cx="1745436" cy="69470"/>
          </a:xfrm>
          <a:custGeom>
            <a:avLst/>
            <a:gdLst/>
            <a:ahLst/>
            <a:cxnLst/>
            <a:rect l="l" t="t" r="r" b="b"/>
            <a:pathLst>
              <a:path w="1745436" h="69470">
                <a:moveTo>
                  <a:pt x="34735" y="0"/>
                </a:moveTo>
                <a:lnTo>
                  <a:pt x="1710701" y="0"/>
                </a:lnTo>
                <a:cubicBezTo>
                  <a:pt x="1729884" y="0"/>
                  <a:pt x="1745436" y="15551"/>
                  <a:pt x="1745436" y="34735"/>
                </a:cubicBezTo>
                <a:lnTo>
                  <a:pt x="1745436" y="34735"/>
                </a:lnTo>
                <a:cubicBezTo>
                  <a:pt x="1745436" y="53919"/>
                  <a:pt x="1729884" y="69470"/>
                  <a:pt x="1710701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7" name="Shape 55"/>
          <p:cNvSpPr/>
          <p:nvPr/>
        </p:nvSpPr>
        <p:spPr>
          <a:xfrm>
            <a:off x="6755996" y="4677018"/>
            <a:ext cx="5089649" cy="1399050"/>
          </a:xfrm>
          <a:custGeom>
            <a:avLst/>
            <a:gdLst/>
            <a:ahLst/>
            <a:cxnLst/>
            <a:rect l="l" t="t" r="r" b="b"/>
            <a:pathLst>
              <a:path w="5089649" h="1399050">
                <a:moveTo>
                  <a:pt x="138940" y="0"/>
                </a:moveTo>
                <a:lnTo>
                  <a:pt x="4950709" y="0"/>
                </a:lnTo>
                <a:cubicBezTo>
                  <a:pt x="5027392" y="0"/>
                  <a:pt x="5089649" y="62257"/>
                  <a:pt x="5089649" y="138940"/>
                </a:cubicBezTo>
                <a:lnTo>
                  <a:pt x="5089649" y="1260111"/>
                </a:lnTo>
                <a:cubicBezTo>
                  <a:pt x="5089649" y="1336794"/>
                  <a:pt x="5027392" y="1399050"/>
                  <a:pt x="4950709" y="1399050"/>
                </a:cubicBezTo>
                <a:lnTo>
                  <a:pt x="138940" y="1399050"/>
                </a:lnTo>
                <a:cubicBezTo>
                  <a:pt x="62257" y="1399050"/>
                  <a:pt x="0" y="1336794"/>
                  <a:pt x="0" y="1260111"/>
                </a:cubicBezTo>
                <a:lnTo>
                  <a:pt x="0" y="138940"/>
                </a:lnTo>
                <a:cubicBezTo>
                  <a:pt x="0" y="62257"/>
                  <a:pt x="62257" y="0"/>
                  <a:pt x="13894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21380" y="4855367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86838" y="0"/>
                </a:moveTo>
                <a:cubicBezTo>
                  <a:pt x="91824" y="0"/>
                  <a:pt x="96403" y="2748"/>
                  <a:pt x="98778" y="7123"/>
                </a:cubicBezTo>
                <a:lnTo>
                  <a:pt x="172047" y="142807"/>
                </a:lnTo>
                <a:cubicBezTo>
                  <a:pt x="174320" y="147013"/>
                  <a:pt x="174218" y="152101"/>
                  <a:pt x="171776" y="156206"/>
                </a:cubicBezTo>
                <a:cubicBezTo>
                  <a:pt x="169333" y="160310"/>
                  <a:pt x="164890" y="162821"/>
                  <a:pt x="160107" y="162821"/>
                </a:cubicBezTo>
                <a:lnTo>
                  <a:pt x="13568" y="162821"/>
                </a:lnTo>
                <a:cubicBezTo>
                  <a:pt x="8786" y="162821"/>
                  <a:pt x="4376" y="160310"/>
                  <a:pt x="1900" y="156206"/>
                </a:cubicBezTo>
                <a:cubicBezTo>
                  <a:pt x="-577" y="152101"/>
                  <a:pt x="-644" y="147013"/>
                  <a:pt x="1628" y="142807"/>
                </a:cubicBezTo>
                <a:lnTo>
                  <a:pt x="74897" y="7123"/>
                </a:lnTo>
                <a:cubicBezTo>
                  <a:pt x="77272" y="2748"/>
                  <a:pt x="81851" y="0"/>
                  <a:pt x="86838" y="0"/>
                </a:cubicBezTo>
                <a:close/>
                <a:moveTo>
                  <a:pt x="86838" y="56987"/>
                </a:moveTo>
                <a:cubicBezTo>
                  <a:pt x="82326" y="56987"/>
                  <a:pt x="78697" y="60617"/>
                  <a:pt x="78697" y="65128"/>
                </a:cubicBezTo>
                <a:lnTo>
                  <a:pt x="78697" y="103120"/>
                </a:lnTo>
                <a:cubicBezTo>
                  <a:pt x="78697" y="107631"/>
                  <a:pt x="82326" y="111261"/>
                  <a:pt x="86838" y="111261"/>
                </a:cubicBezTo>
                <a:cubicBezTo>
                  <a:pt x="91349" y="111261"/>
                  <a:pt x="94979" y="107631"/>
                  <a:pt x="94979" y="103120"/>
                </a:cubicBezTo>
                <a:lnTo>
                  <a:pt x="94979" y="65128"/>
                </a:lnTo>
                <a:cubicBezTo>
                  <a:pt x="94979" y="60617"/>
                  <a:pt x="91349" y="56987"/>
                  <a:pt x="86838" y="56987"/>
                </a:cubicBezTo>
                <a:close/>
                <a:moveTo>
                  <a:pt x="95894" y="130256"/>
                </a:moveTo>
                <a:cubicBezTo>
                  <a:pt x="96101" y="126895"/>
                  <a:pt x="94424" y="123696"/>
                  <a:pt x="91542" y="121953"/>
                </a:cubicBezTo>
                <a:cubicBezTo>
                  <a:pt x="88660" y="120210"/>
                  <a:pt x="85049" y="120210"/>
                  <a:pt x="82167" y="121953"/>
                </a:cubicBezTo>
                <a:cubicBezTo>
                  <a:pt x="79285" y="123696"/>
                  <a:pt x="77609" y="126895"/>
                  <a:pt x="77815" y="130256"/>
                </a:cubicBezTo>
                <a:cubicBezTo>
                  <a:pt x="77609" y="133618"/>
                  <a:pt x="79285" y="136817"/>
                  <a:pt x="82167" y="138560"/>
                </a:cubicBezTo>
                <a:cubicBezTo>
                  <a:pt x="85049" y="140303"/>
                  <a:pt x="88660" y="140303"/>
                  <a:pt x="91542" y="138560"/>
                </a:cubicBezTo>
                <a:cubicBezTo>
                  <a:pt x="94424" y="136817"/>
                  <a:pt x="96101" y="133618"/>
                  <a:pt x="95894" y="13025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9" name="Text 57"/>
          <p:cNvSpPr/>
          <p:nvPr/>
        </p:nvSpPr>
        <p:spPr>
          <a:xfrm>
            <a:off x="7116764" y="4820693"/>
            <a:ext cx="467186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Provocări Abordate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25722" y="5202567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17991" y="19023"/>
                </a:moveTo>
                <a:cubicBezTo>
                  <a:pt x="121871" y="21845"/>
                  <a:pt x="122740" y="27272"/>
                  <a:pt x="119917" y="31153"/>
                </a:cubicBezTo>
                <a:lnTo>
                  <a:pt x="50447" y="126674"/>
                </a:lnTo>
                <a:cubicBezTo>
                  <a:pt x="48955" y="128737"/>
                  <a:pt x="46648" y="130012"/>
                  <a:pt x="44097" y="130229"/>
                </a:cubicBezTo>
                <a:cubicBezTo>
                  <a:pt x="41546" y="130446"/>
                  <a:pt x="39077" y="129497"/>
                  <a:pt x="37286" y="127706"/>
                </a:cubicBezTo>
                <a:lnTo>
                  <a:pt x="2551" y="92971"/>
                </a:lnTo>
                <a:cubicBezTo>
                  <a:pt x="-841" y="89578"/>
                  <a:pt x="-841" y="84070"/>
                  <a:pt x="2551" y="80678"/>
                </a:cubicBezTo>
                <a:cubicBezTo>
                  <a:pt x="5943" y="77285"/>
                  <a:pt x="11452" y="77285"/>
                  <a:pt x="14844" y="80678"/>
                </a:cubicBezTo>
                <a:lnTo>
                  <a:pt x="42388" y="108221"/>
                </a:lnTo>
                <a:lnTo>
                  <a:pt x="105888" y="20922"/>
                </a:lnTo>
                <a:cubicBezTo>
                  <a:pt x="108710" y="17042"/>
                  <a:pt x="114137" y="16174"/>
                  <a:pt x="118018" y="1899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1" name="Text 59"/>
          <p:cNvSpPr/>
          <p:nvPr/>
        </p:nvSpPr>
        <p:spPr>
          <a:xfrm>
            <a:off x="7177520" y="5167893"/>
            <a:ext cx="21969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Lipsa timpului pentru training (43%)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925722" y="5480418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17991" y="19023"/>
                </a:moveTo>
                <a:cubicBezTo>
                  <a:pt x="121871" y="21845"/>
                  <a:pt x="122740" y="27272"/>
                  <a:pt x="119917" y="31153"/>
                </a:cubicBezTo>
                <a:lnTo>
                  <a:pt x="50447" y="126674"/>
                </a:lnTo>
                <a:cubicBezTo>
                  <a:pt x="48955" y="128737"/>
                  <a:pt x="46648" y="130012"/>
                  <a:pt x="44097" y="130229"/>
                </a:cubicBezTo>
                <a:cubicBezTo>
                  <a:pt x="41546" y="130446"/>
                  <a:pt x="39077" y="129497"/>
                  <a:pt x="37286" y="127706"/>
                </a:cubicBezTo>
                <a:lnTo>
                  <a:pt x="2551" y="92971"/>
                </a:lnTo>
                <a:cubicBezTo>
                  <a:pt x="-841" y="89578"/>
                  <a:pt x="-841" y="84070"/>
                  <a:pt x="2551" y="80678"/>
                </a:cubicBezTo>
                <a:cubicBezTo>
                  <a:pt x="5943" y="77285"/>
                  <a:pt x="11452" y="77285"/>
                  <a:pt x="14844" y="80678"/>
                </a:cubicBezTo>
                <a:lnTo>
                  <a:pt x="42388" y="108221"/>
                </a:lnTo>
                <a:lnTo>
                  <a:pt x="105888" y="20922"/>
                </a:lnTo>
                <a:cubicBezTo>
                  <a:pt x="108710" y="17042"/>
                  <a:pt x="114137" y="16174"/>
                  <a:pt x="118018" y="1899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3" name="Text 61"/>
          <p:cNvSpPr/>
          <p:nvPr/>
        </p:nvSpPr>
        <p:spPr>
          <a:xfrm>
            <a:off x="7177520" y="5445742"/>
            <a:ext cx="148492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Costuri hardware (37%)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25722" y="5758268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117991" y="19023"/>
                </a:moveTo>
                <a:cubicBezTo>
                  <a:pt x="121871" y="21845"/>
                  <a:pt x="122740" y="27272"/>
                  <a:pt x="119917" y="31153"/>
                </a:cubicBezTo>
                <a:lnTo>
                  <a:pt x="50447" y="126674"/>
                </a:lnTo>
                <a:cubicBezTo>
                  <a:pt x="48955" y="128737"/>
                  <a:pt x="46648" y="130012"/>
                  <a:pt x="44097" y="130229"/>
                </a:cubicBezTo>
                <a:cubicBezTo>
                  <a:pt x="41546" y="130446"/>
                  <a:pt x="39077" y="129497"/>
                  <a:pt x="37286" y="127706"/>
                </a:cubicBezTo>
                <a:lnTo>
                  <a:pt x="2551" y="92971"/>
                </a:lnTo>
                <a:cubicBezTo>
                  <a:pt x="-841" y="89578"/>
                  <a:pt x="-841" y="84070"/>
                  <a:pt x="2551" y="80678"/>
                </a:cubicBezTo>
                <a:cubicBezTo>
                  <a:pt x="5943" y="77285"/>
                  <a:pt x="11452" y="77285"/>
                  <a:pt x="14844" y="80678"/>
                </a:cubicBezTo>
                <a:lnTo>
                  <a:pt x="42388" y="108221"/>
                </a:lnTo>
                <a:lnTo>
                  <a:pt x="105888" y="20922"/>
                </a:lnTo>
                <a:cubicBezTo>
                  <a:pt x="108710" y="17042"/>
                  <a:pt x="114137" y="16174"/>
                  <a:pt x="118018" y="1899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5" name="Text 63"/>
          <p:cNvSpPr/>
          <p:nvPr/>
        </p:nvSpPr>
        <p:spPr>
          <a:xfrm>
            <a:off x="7177520" y="5723593"/>
            <a:ext cx="1658598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Lipsa competențelor (27%)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52175" y="6189591"/>
            <a:ext cx="11489580" cy="669614"/>
          </a:xfrm>
          <a:custGeom>
            <a:avLst/>
            <a:gdLst/>
            <a:ahLst/>
            <a:cxnLst/>
            <a:rect l="l" t="t" r="r" b="b"/>
            <a:pathLst>
              <a:path w="11489580" h="669614">
                <a:moveTo>
                  <a:pt x="104205" y="0"/>
                </a:moveTo>
                <a:lnTo>
                  <a:pt x="11385375" y="0"/>
                </a:lnTo>
                <a:cubicBezTo>
                  <a:pt x="11442926" y="0"/>
                  <a:pt x="11489580" y="46654"/>
                  <a:pt x="11489580" y="104205"/>
                </a:cubicBezTo>
                <a:lnTo>
                  <a:pt x="11489580" y="565409"/>
                </a:lnTo>
                <a:cubicBezTo>
                  <a:pt x="11489580" y="622960"/>
                  <a:pt x="11442926" y="669614"/>
                  <a:pt x="11385375" y="669614"/>
                </a:cubicBezTo>
                <a:lnTo>
                  <a:pt x="104205" y="669614"/>
                </a:lnTo>
                <a:cubicBezTo>
                  <a:pt x="46654" y="669614"/>
                  <a:pt x="0" y="622960"/>
                  <a:pt x="0" y="565409"/>
                </a:cubicBezTo>
                <a:lnTo>
                  <a:pt x="0" y="104205"/>
                </a:lnTo>
                <a:cubicBezTo>
                  <a:pt x="0" y="46654"/>
                  <a:pt x="46654" y="0"/>
                  <a:pt x="104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60A5FA">
                  <a:alpha val="10000"/>
                </a:srgbClr>
              </a:gs>
            </a:gsLst>
            <a:lin ang="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3277" y="6420255"/>
            <a:ext cx="156308" cy="208410"/>
          </a:xfrm>
          <a:custGeom>
            <a:avLst/>
            <a:gdLst/>
            <a:ahLst/>
            <a:cxnLst/>
            <a:rect l="l" t="t" r="r" b="b"/>
            <a:pathLst>
              <a:path w="156308" h="208410">
                <a:moveTo>
                  <a:pt x="119225" y="156308"/>
                </a:moveTo>
                <a:cubicBezTo>
                  <a:pt x="122197" y="147230"/>
                  <a:pt x="128140" y="139008"/>
                  <a:pt x="134856" y="131925"/>
                </a:cubicBezTo>
                <a:cubicBezTo>
                  <a:pt x="148167" y="117923"/>
                  <a:pt x="156308" y="98995"/>
                  <a:pt x="156308" y="78154"/>
                </a:cubicBezTo>
                <a:cubicBezTo>
                  <a:pt x="156308" y="35006"/>
                  <a:pt x="121301" y="0"/>
                  <a:pt x="78154" y="0"/>
                </a:cubicBezTo>
                <a:cubicBezTo>
                  <a:pt x="35006" y="0"/>
                  <a:pt x="0" y="35006"/>
                  <a:pt x="0" y="78154"/>
                </a:cubicBezTo>
                <a:cubicBezTo>
                  <a:pt x="0" y="98995"/>
                  <a:pt x="8141" y="117923"/>
                  <a:pt x="21452" y="131925"/>
                </a:cubicBezTo>
                <a:cubicBezTo>
                  <a:pt x="28168" y="139008"/>
                  <a:pt x="34152" y="147230"/>
                  <a:pt x="37082" y="156308"/>
                </a:cubicBezTo>
                <a:lnTo>
                  <a:pt x="119185" y="156308"/>
                </a:lnTo>
                <a:close/>
                <a:moveTo>
                  <a:pt x="117231" y="175846"/>
                </a:moveTo>
                <a:lnTo>
                  <a:pt x="39077" y="175846"/>
                </a:lnTo>
                <a:lnTo>
                  <a:pt x="39077" y="182359"/>
                </a:lnTo>
                <a:cubicBezTo>
                  <a:pt x="39077" y="200351"/>
                  <a:pt x="53649" y="214923"/>
                  <a:pt x="71641" y="214923"/>
                </a:cubicBezTo>
                <a:lnTo>
                  <a:pt x="84667" y="214923"/>
                </a:lnTo>
                <a:cubicBezTo>
                  <a:pt x="102658" y="214923"/>
                  <a:pt x="117231" y="200351"/>
                  <a:pt x="117231" y="182359"/>
                </a:cubicBezTo>
                <a:lnTo>
                  <a:pt x="117231" y="175846"/>
                </a:lnTo>
                <a:close/>
                <a:moveTo>
                  <a:pt x="74897" y="45590"/>
                </a:moveTo>
                <a:cubicBezTo>
                  <a:pt x="58697" y="45590"/>
                  <a:pt x="45590" y="58697"/>
                  <a:pt x="45590" y="74897"/>
                </a:cubicBezTo>
                <a:cubicBezTo>
                  <a:pt x="45590" y="80311"/>
                  <a:pt x="41234" y="84667"/>
                  <a:pt x="35821" y="84667"/>
                </a:cubicBezTo>
                <a:cubicBezTo>
                  <a:pt x="30407" y="84667"/>
                  <a:pt x="26051" y="80311"/>
                  <a:pt x="26051" y="74897"/>
                </a:cubicBezTo>
                <a:cubicBezTo>
                  <a:pt x="26051" y="47910"/>
                  <a:pt x="47910" y="26051"/>
                  <a:pt x="74897" y="26051"/>
                </a:cubicBezTo>
                <a:cubicBezTo>
                  <a:pt x="80311" y="26051"/>
                  <a:pt x="84667" y="30407"/>
                  <a:pt x="84667" y="35821"/>
                </a:cubicBezTo>
                <a:cubicBezTo>
                  <a:pt x="84667" y="41234"/>
                  <a:pt x="80311" y="45590"/>
                  <a:pt x="74897" y="4559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860386" y="6298591"/>
            <a:ext cx="323904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Abordare Personalizată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0386" y="6541766"/>
            <a:ext cx="323035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Soluții adaptate dimensiunii și bugetului fiecărui IMM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294308" y="6298741"/>
            <a:ext cx="244013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41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337727" y="6576441"/>
            <a:ext cx="239671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văd mai multe oportunități decât riscuri în 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acksolutions.com/ef0bb91eff957dcf9ffcba10aae54dff14ff4aa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9" b="39"/>
          <a:stretch/>
        </p:blipFill>
        <p:spPr>
          <a:xfrm>
            <a:off x="0" y="0"/>
            <a:ext cx="12192000" cy="685904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048"/>
          </a:xfrm>
          <a:custGeom>
            <a:avLst/>
            <a:gdLst/>
            <a:ahLst/>
            <a:cxnLst/>
            <a:rect l="l" t="t" r="r" b="b"/>
            <a:pathLst>
              <a:path w="12192000" h="6859048">
                <a:moveTo>
                  <a:pt x="0" y="0"/>
                </a:moveTo>
                <a:lnTo>
                  <a:pt x="12192000" y="0"/>
                </a:lnTo>
                <a:lnTo>
                  <a:pt x="12192000" y="6859048"/>
                </a:lnTo>
                <a:lnTo>
                  <a:pt x="0" y="685904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628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A1628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35406" y="335406"/>
            <a:ext cx="67081" cy="536649"/>
          </a:xfrm>
          <a:custGeom>
            <a:avLst/>
            <a:gdLst/>
            <a:ahLst/>
            <a:cxnLst/>
            <a:rect l="l" t="t" r="r" b="b"/>
            <a:pathLst>
              <a:path w="67081" h="536649">
                <a:moveTo>
                  <a:pt x="0" y="0"/>
                </a:moveTo>
                <a:lnTo>
                  <a:pt x="67081" y="0"/>
                </a:lnTo>
                <a:lnTo>
                  <a:pt x="67081" y="536649"/>
                </a:lnTo>
                <a:lnTo>
                  <a:pt x="0" y="536649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36445" y="402370"/>
            <a:ext cx="3219895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Enterprise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35406" y="938960"/>
            <a:ext cx="11521188" cy="33541"/>
          </a:xfrm>
          <a:custGeom>
            <a:avLst/>
            <a:gdLst/>
            <a:ahLst/>
            <a:cxnLst/>
            <a:rect l="l" t="t" r="r" b="b"/>
            <a:pathLst>
              <a:path w="11521188" h="33541">
                <a:moveTo>
                  <a:pt x="0" y="0"/>
                </a:moveTo>
                <a:lnTo>
                  <a:pt x="11521188" y="0"/>
                </a:lnTo>
                <a:lnTo>
                  <a:pt x="11521188" y="33541"/>
                </a:lnTo>
                <a:lnTo>
                  <a:pt x="0" y="335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35406" y="1039408"/>
            <a:ext cx="11605040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Infrastructură IT complexă pentru corporații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0064" y="1412808"/>
            <a:ext cx="3329834" cy="2273306"/>
          </a:xfrm>
          <a:custGeom>
            <a:avLst/>
            <a:gdLst/>
            <a:ahLst/>
            <a:cxnLst/>
            <a:rect l="l" t="t" r="r" b="b"/>
            <a:pathLst>
              <a:path w="3329834" h="2273306">
                <a:moveTo>
                  <a:pt x="134171" y="0"/>
                </a:moveTo>
                <a:lnTo>
                  <a:pt x="3195664" y="0"/>
                </a:lnTo>
                <a:cubicBezTo>
                  <a:pt x="3269764" y="0"/>
                  <a:pt x="3329834" y="60070"/>
                  <a:pt x="3329834" y="134171"/>
                </a:cubicBezTo>
                <a:lnTo>
                  <a:pt x="3329834" y="2139135"/>
                </a:lnTo>
                <a:cubicBezTo>
                  <a:pt x="3329834" y="2213236"/>
                  <a:pt x="3269764" y="2273306"/>
                  <a:pt x="3195664" y="2273306"/>
                </a:cubicBezTo>
                <a:lnTo>
                  <a:pt x="134171" y="2273306"/>
                </a:lnTo>
                <a:cubicBezTo>
                  <a:pt x="60070" y="2273306"/>
                  <a:pt x="0" y="2213236"/>
                  <a:pt x="0" y="2139135"/>
                </a:cubicBezTo>
                <a:lnTo>
                  <a:pt x="0" y="134171"/>
                </a:lnTo>
                <a:cubicBezTo>
                  <a:pt x="0" y="60120"/>
                  <a:pt x="60120" y="0"/>
                  <a:pt x="134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798" y="1551544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100622" y="0"/>
                </a:moveTo>
                <a:lnTo>
                  <a:pt x="301865" y="0"/>
                </a:lnTo>
                <a:cubicBezTo>
                  <a:pt x="357400" y="0"/>
                  <a:pt x="402487" y="45087"/>
                  <a:pt x="402487" y="100622"/>
                </a:cubicBezTo>
                <a:lnTo>
                  <a:pt x="402487" y="301865"/>
                </a:lnTo>
                <a:cubicBezTo>
                  <a:pt x="402487" y="357400"/>
                  <a:pt x="357400" y="402487"/>
                  <a:pt x="301865" y="402487"/>
                </a:cubicBezTo>
                <a:lnTo>
                  <a:pt x="100622" y="402487"/>
                </a:lnTo>
                <a:cubicBezTo>
                  <a:pt x="45087" y="402487"/>
                  <a:pt x="0" y="357400"/>
                  <a:pt x="0" y="301865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585650" y="1668875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81231" y="28824"/>
                </a:moveTo>
                <a:lnTo>
                  <a:pt x="107435" y="28824"/>
                </a:lnTo>
                <a:lnTo>
                  <a:pt x="107435" y="44546"/>
                </a:lnTo>
                <a:lnTo>
                  <a:pt x="81231" y="44546"/>
                </a:lnTo>
                <a:lnTo>
                  <a:pt x="81231" y="28824"/>
                </a:lnTo>
                <a:close/>
                <a:moveTo>
                  <a:pt x="78611" y="10481"/>
                </a:moveTo>
                <a:cubicBezTo>
                  <a:pt x="69931" y="10481"/>
                  <a:pt x="62889" y="17524"/>
                  <a:pt x="62889" y="26204"/>
                </a:cubicBezTo>
                <a:lnTo>
                  <a:pt x="62889" y="47166"/>
                </a:lnTo>
                <a:cubicBezTo>
                  <a:pt x="62889" y="55846"/>
                  <a:pt x="69931" y="62889"/>
                  <a:pt x="78611" y="62889"/>
                </a:cubicBezTo>
                <a:lnTo>
                  <a:pt x="83851" y="62889"/>
                </a:lnTo>
                <a:lnTo>
                  <a:pt x="83851" y="73370"/>
                </a:lnTo>
                <a:lnTo>
                  <a:pt x="10481" y="73370"/>
                </a:lnTo>
                <a:cubicBezTo>
                  <a:pt x="4684" y="73370"/>
                  <a:pt x="0" y="78054"/>
                  <a:pt x="0" y="83851"/>
                </a:cubicBezTo>
                <a:cubicBezTo>
                  <a:pt x="0" y="89649"/>
                  <a:pt x="4684" y="94333"/>
                  <a:pt x="10481" y="94333"/>
                </a:cubicBezTo>
                <a:lnTo>
                  <a:pt x="41926" y="94333"/>
                </a:lnTo>
                <a:lnTo>
                  <a:pt x="41926" y="104814"/>
                </a:lnTo>
                <a:lnTo>
                  <a:pt x="36685" y="104814"/>
                </a:lnTo>
                <a:cubicBezTo>
                  <a:pt x="28005" y="104814"/>
                  <a:pt x="20963" y="111857"/>
                  <a:pt x="20963" y="120536"/>
                </a:cubicBezTo>
                <a:lnTo>
                  <a:pt x="20963" y="141499"/>
                </a:lnTo>
                <a:cubicBezTo>
                  <a:pt x="20963" y="150179"/>
                  <a:pt x="28005" y="157221"/>
                  <a:pt x="36685" y="157221"/>
                </a:cubicBezTo>
                <a:lnTo>
                  <a:pt x="68129" y="157221"/>
                </a:lnTo>
                <a:cubicBezTo>
                  <a:pt x="76809" y="157221"/>
                  <a:pt x="83851" y="150179"/>
                  <a:pt x="83851" y="141499"/>
                </a:cubicBezTo>
                <a:lnTo>
                  <a:pt x="83851" y="120536"/>
                </a:lnTo>
                <a:cubicBezTo>
                  <a:pt x="83851" y="111857"/>
                  <a:pt x="76809" y="104814"/>
                  <a:pt x="68129" y="104814"/>
                </a:cubicBezTo>
                <a:lnTo>
                  <a:pt x="62889" y="104814"/>
                </a:lnTo>
                <a:lnTo>
                  <a:pt x="62889" y="94333"/>
                </a:lnTo>
                <a:lnTo>
                  <a:pt x="125777" y="94333"/>
                </a:lnTo>
                <a:lnTo>
                  <a:pt x="125777" y="104814"/>
                </a:lnTo>
                <a:lnTo>
                  <a:pt x="120536" y="104814"/>
                </a:lnTo>
                <a:cubicBezTo>
                  <a:pt x="111857" y="104814"/>
                  <a:pt x="104814" y="111857"/>
                  <a:pt x="104814" y="120536"/>
                </a:cubicBezTo>
                <a:lnTo>
                  <a:pt x="104814" y="141499"/>
                </a:lnTo>
                <a:cubicBezTo>
                  <a:pt x="104814" y="150179"/>
                  <a:pt x="111857" y="157221"/>
                  <a:pt x="120536" y="157221"/>
                </a:cubicBezTo>
                <a:lnTo>
                  <a:pt x="151981" y="157221"/>
                </a:lnTo>
                <a:cubicBezTo>
                  <a:pt x="160661" y="157221"/>
                  <a:pt x="167703" y="150179"/>
                  <a:pt x="167703" y="141499"/>
                </a:cubicBezTo>
                <a:lnTo>
                  <a:pt x="167703" y="120536"/>
                </a:lnTo>
                <a:cubicBezTo>
                  <a:pt x="167703" y="111857"/>
                  <a:pt x="160661" y="104814"/>
                  <a:pt x="151981" y="104814"/>
                </a:cubicBezTo>
                <a:lnTo>
                  <a:pt x="146740" y="104814"/>
                </a:lnTo>
                <a:lnTo>
                  <a:pt x="146740" y="94333"/>
                </a:lnTo>
                <a:lnTo>
                  <a:pt x="178184" y="94333"/>
                </a:lnTo>
                <a:cubicBezTo>
                  <a:pt x="183982" y="94333"/>
                  <a:pt x="188666" y="89649"/>
                  <a:pt x="188666" y="83851"/>
                </a:cubicBezTo>
                <a:cubicBezTo>
                  <a:pt x="188666" y="78054"/>
                  <a:pt x="183982" y="73370"/>
                  <a:pt x="178184" y="73370"/>
                </a:cubicBezTo>
                <a:lnTo>
                  <a:pt x="104814" y="73370"/>
                </a:lnTo>
                <a:lnTo>
                  <a:pt x="104814" y="62889"/>
                </a:lnTo>
                <a:lnTo>
                  <a:pt x="110055" y="62889"/>
                </a:lnTo>
                <a:cubicBezTo>
                  <a:pt x="118735" y="62889"/>
                  <a:pt x="125777" y="55846"/>
                  <a:pt x="125777" y="47166"/>
                </a:cubicBezTo>
                <a:lnTo>
                  <a:pt x="125777" y="26204"/>
                </a:lnTo>
                <a:cubicBezTo>
                  <a:pt x="125777" y="17524"/>
                  <a:pt x="118735" y="10481"/>
                  <a:pt x="110055" y="10481"/>
                </a:cubicBezTo>
                <a:lnTo>
                  <a:pt x="78611" y="10481"/>
                </a:lnTo>
                <a:close/>
                <a:moveTo>
                  <a:pt x="146740" y="123157"/>
                </a:moveTo>
                <a:lnTo>
                  <a:pt x="149360" y="123157"/>
                </a:lnTo>
                <a:lnTo>
                  <a:pt x="149360" y="138879"/>
                </a:lnTo>
                <a:lnTo>
                  <a:pt x="123157" y="138879"/>
                </a:lnTo>
                <a:lnTo>
                  <a:pt x="123157" y="123157"/>
                </a:lnTo>
                <a:lnTo>
                  <a:pt x="146740" y="123157"/>
                </a:lnTo>
                <a:close/>
                <a:moveTo>
                  <a:pt x="62889" y="123157"/>
                </a:moveTo>
                <a:lnTo>
                  <a:pt x="65509" y="123157"/>
                </a:lnTo>
                <a:lnTo>
                  <a:pt x="65509" y="138879"/>
                </a:lnTo>
                <a:lnTo>
                  <a:pt x="39305" y="138879"/>
                </a:lnTo>
                <a:lnTo>
                  <a:pt x="39305" y="123157"/>
                </a:lnTo>
                <a:lnTo>
                  <a:pt x="62889" y="1231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81761" y="1635396"/>
            <a:ext cx="135000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Rețele Enterprise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8798" y="2054506"/>
            <a:ext cx="3119274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LAN, WAN, SD-WAN pentru conectivitate fiabilă și performantă.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8712" y="2582798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1"/>
          <p:cNvSpPr/>
          <p:nvPr/>
        </p:nvSpPr>
        <p:spPr>
          <a:xfrm>
            <a:off x="692357" y="2557762"/>
            <a:ext cx="1601563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Rutere și switch-uri enterprise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8712" y="2783837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6" name="Text 13"/>
          <p:cNvSpPr/>
          <p:nvPr/>
        </p:nvSpPr>
        <p:spPr>
          <a:xfrm>
            <a:off x="692357" y="2758801"/>
            <a:ext cx="135000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 securizat multi-site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98712" y="2984880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8" name="Text 15"/>
          <p:cNvSpPr/>
          <p:nvPr/>
        </p:nvSpPr>
        <p:spPr>
          <a:xfrm>
            <a:off x="692357" y="2959839"/>
            <a:ext cx="1475785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SD-WAN pentru optimizare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3639" y="1412808"/>
            <a:ext cx="3329834" cy="2273306"/>
          </a:xfrm>
          <a:custGeom>
            <a:avLst/>
            <a:gdLst/>
            <a:ahLst/>
            <a:cxnLst/>
            <a:rect l="l" t="t" r="r" b="b"/>
            <a:pathLst>
              <a:path w="3329834" h="2273306">
                <a:moveTo>
                  <a:pt x="134171" y="0"/>
                </a:moveTo>
                <a:lnTo>
                  <a:pt x="3195664" y="0"/>
                </a:lnTo>
                <a:cubicBezTo>
                  <a:pt x="3269764" y="0"/>
                  <a:pt x="3329834" y="60070"/>
                  <a:pt x="3329834" y="134171"/>
                </a:cubicBezTo>
                <a:lnTo>
                  <a:pt x="3329834" y="2139135"/>
                </a:lnTo>
                <a:cubicBezTo>
                  <a:pt x="3329834" y="2213236"/>
                  <a:pt x="3269764" y="2273306"/>
                  <a:pt x="3195664" y="2273306"/>
                </a:cubicBezTo>
                <a:lnTo>
                  <a:pt x="134171" y="2273306"/>
                </a:lnTo>
                <a:cubicBezTo>
                  <a:pt x="60070" y="2273306"/>
                  <a:pt x="0" y="2213236"/>
                  <a:pt x="0" y="2139135"/>
                </a:cubicBezTo>
                <a:lnTo>
                  <a:pt x="0" y="134171"/>
                </a:lnTo>
                <a:cubicBezTo>
                  <a:pt x="0" y="60120"/>
                  <a:pt x="60120" y="0"/>
                  <a:pt x="134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52373" y="1551544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100622" y="0"/>
                </a:moveTo>
                <a:lnTo>
                  <a:pt x="301865" y="0"/>
                </a:lnTo>
                <a:cubicBezTo>
                  <a:pt x="357400" y="0"/>
                  <a:pt x="402487" y="45087"/>
                  <a:pt x="402487" y="100622"/>
                </a:cubicBezTo>
                <a:lnTo>
                  <a:pt x="402487" y="301865"/>
                </a:lnTo>
                <a:cubicBezTo>
                  <a:pt x="402487" y="357400"/>
                  <a:pt x="357400" y="402487"/>
                  <a:pt x="301865" y="402487"/>
                </a:cubicBezTo>
                <a:lnTo>
                  <a:pt x="100622" y="402487"/>
                </a:lnTo>
                <a:cubicBezTo>
                  <a:pt x="45087" y="402487"/>
                  <a:pt x="0" y="357400"/>
                  <a:pt x="0" y="301865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1" name="Shape 18"/>
          <p:cNvSpPr/>
          <p:nvPr/>
        </p:nvSpPr>
        <p:spPr>
          <a:xfrm>
            <a:off x="4080188" y="1668875"/>
            <a:ext cx="146740" cy="167703"/>
          </a:xfrm>
          <a:custGeom>
            <a:avLst/>
            <a:gdLst/>
            <a:ahLst/>
            <a:cxnLst/>
            <a:rect l="l" t="t" r="r" b="b"/>
            <a:pathLst>
              <a:path w="146740" h="167703">
                <a:moveTo>
                  <a:pt x="20963" y="10481"/>
                </a:moveTo>
                <a:cubicBezTo>
                  <a:pt x="9401" y="10481"/>
                  <a:pt x="0" y="19882"/>
                  <a:pt x="0" y="31444"/>
                </a:cubicBezTo>
                <a:lnTo>
                  <a:pt x="0" y="52407"/>
                </a:lnTo>
                <a:cubicBezTo>
                  <a:pt x="0" y="63969"/>
                  <a:pt x="9401" y="73370"/>
                  <a:pt x="20963" y="73370"/>
                </a:cubicBezTo>
                <a:lnTo>
                  <a:pt x="125777" y="73370"/>
                </a:lnTo>
                <a:cubicBezTo>
                  <a:pt x="137339" y="73370"/>
                  <a:pt x="146740" y="63969"/>
                  <a:pt x="146740" y="52407"/>
                </a:cubicBezTo>
                <a:lnTo>
                  <a:pt x="146740" y="31444"/>
                </a:lnTo>
                <a:cubicBezTo>
                  <a:pt x="146740" y="19882"/>
                  <a:pt x="137339" y="10481"/>
                  <a:pt x="125777" y="10481"/>
                </a:cubicBezTo>
                <a:lnTo>
                  <a:pt x="20963" y="10481"/>
                </a:lnTo>
                <a:close/>
                <a:moveTo>
                  <a:pt x="91713" y="34065"/>
                </a:moveTo>
                <a:cubicBezTo>
                  <a:pt x="96051" y="34065"/>
                  <a:pt x="99574" y="37587"/>
                  <a:pt x="99574" y="41926"/>
                </a:cubicBezTo>
                <a:cubicBezTo>
                  <a:pt x="99574" y="46264"/>
                  <a:pt x="96051" y="49787"/>
                  <a:pt x="91713" y="49787"/>
                </a:cubicBezTo>
                <a:cubicBezTo>
                  <a:pt x="87374" y="49787"/>
                  <a:pt x="83851" y="46264"/>
                  <a:pt x="83851" y="41926"/>
                </a:cubicBezTo>
                <a:cubicBezTo>
                  <a:pt x="83851" y="37587"/>
                  <a:pt x="87374" y="34065"/>
                  <a:pt x="91713" y="34065"/>
                </a:cubicBezTo>
                <a:close/>
                <a:moveTo>
                  <a:pt x="110055" y="41926"/>
                </a:moveTo>
                <a:cubicBezTo>
                  <a:pt x="110055" y="37587"/>
                  <a:pt x="113577" y="34065"/>
                  <a:pt x="117916" y="34065"/>
                </a:cubicBezTo>
                <a:cubicBezTo>
                  <a:pt x="122255" y="34065"/>
                  <a:pt x="125777" y="37587"/>
                  <a:pt x="125777" y="41926"/>
                </a:cubicBezTo>
                <a:cubicBezTo>
                  <a:pt x="125777" y="46264"/>
                  <a:pt x="122255" y="49787"/>
                  <a:pt x="117916" y="49787"/>
                </a:cubicBezTo>
                <a:cubicBezTo>
                  <a:pt x="113577" y="49787"/>
                  <a:pt x="110055" y="46264"/>
                  <a:pt x="110055" y="41926"/>
                </a:cubicBezTo>
                <a:close/>
                <a:moveTo>
                  <a:pt x="20963" y="94333"/>
                </a:moveTo>
                <a:cubicBezTo>
                  <a:pt x="9401" y="94333"/>
                  <a:pt x="0" y="103733"/>
                  <a:pt x="0" y="115296"/>
                </a:cubicBezTo>
                <a:lnTo>
                  <a:pt x="0" y="136259"/>
                </a:lnTo>
                <a:cubicBezTo>
                  <a:pt x="0" y="147821"/>
                  <a:pt x="9401" y="157221"/>
                  <a:pt x="20963" y="157221"/>
                </a:cubicBezTo>
                <a:lnTo>
                  <a:pt x="125777" y="157221"/>
                </a:lnTo>
                <a:cubicBezTo>
                  <a:pt x="137339" y="157221"/>
                  <a:pt x="146740" y="147821"/>
                  <a:pt x="146740" y="136259"/>
                </a:cubicBezTo>
                <a:lnTo>
                  <a:pt x="146740" y="115296"/>
                </a:lnTo>
                <a:cubicBezTo>
                  <a:pt x="146740" y="103733"/>
                  <a:pt x="137339" y="94333"/>
                  <a:pt x="125777" y="94333"/>
                </a:cubicBezTo>
                <a:lnTo>
                  <a:pt x="20963" y="94333"/>
                </a:lnTo>
                <a:close/>
                <a:moveTo>
                  <a:pt x="91713" y="117916"/>
                </a:moveTo>
                <a:cubicBezTo>
                  <a:pt x="96051" y="117916"/>
                  <a:pt x="99574" y="121439"/>
                  <a:pt x="99574" y="125777"/>
                </a:cubicBezTo>
                <a:cubicBezTo>
                  <a:pt x="99574" y="130116"/>
                  <a:pt x="96051" y="133638"/>
                  <a:pt x="91713" y="133638"/>
                </a:cubicBezTo>
                <a:cubicBezTo>
                  <a:pt x="87374" y="133638"/>
                  <a:pt x="83851" y="130116"/>
                  <a:pt x="83851" y="125777"/>
                </a:cubicBezTo>
                <a:cubicBezTo>
                  <a:pt x="83851" y="121439"/>
                  <a:pt x="87374" y="117916"/>
                  <a:pt x="91713" y="117916"/>
                </a:cubicBezTo>
                <a:close/>
                <a:moveTo>
                  <a:pt x="110055" y="125777"/>
                </a:moveTo>
                <a:cubicBezTo>
                  <a:pt x="110055" y="121439"/>
                  <a:pt x="113577" y="117916"/>
                  <a:pt x="117916" y="117916"/>
                </a:cubicBezTo>
                <a:cubicBezTo>
                  <a:pt x="122255" y="117916"/>
                  <a:pt x="125777" y="121439"/>
                  <a:pt x="125777" y="125777"/>
                </a:cubicBezTo>
                <a:cubicBezTo>
                  <a:pt x="125777" y="130116"/>
                  <a:pt x="122255" y="133638"/>
                  <a:pt x="117916" y="133638"/>
                </a:cubicBezTo>
                <a:cubicBezTo>
                  <a:pt x="113577" y="133638"/>
                  <a:pt x="110055" y="130116"/>
                  <a:pt x="110055" y="1257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455336" y="1635396"/>
            <a:ext cx="119069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Centre de Date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952373" y="2054506"/>
            <a:ext cx="3119274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Infrastructură hibridă și on-premises scalabilă.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972288" y="2381469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5" name="Text 22"/>
          <p:cNvSpPr/>
          <p:nvPr/>
        </p:nvSpPr>
        <p:spPr>
          <a:xfrm>
            <a:off x="4165932" y="2356428"/>
            <a:ext cx="1492556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Servere și storage NAS/SAN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972288" y="2582508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7" name="Text 24"/>
          <p:cNvSpPr/>
          <p:nvPr/>
        </p:nvSpPr>
        <p:spPr>
          <a:xfrm>
            <a:off x="4165932" y="2557467"/>
            <a:ext cx="1593177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Virtualizare VMware, Hyper-V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972288" y="2783547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9" name="Text 26"/>
          <p:cNvSpPr/>
          <p:nvPr/>
        </p:nvSpPr>
        <p:spPr>
          <a:xfrm>
            <a:off x="4165932" y="2758510"/>
            <a:ext cx="1718955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Gestionare container Kubernetes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40064" y="3828196"/>
            <a:ext cx="3329834" cy="2273306"/>
          </a:xfrm>
          <a:custGeom>
            <a:avLst/>
            <a:gdLst/>
            <a:ahLst/>
            <a:cxnLst/>
            <a:rect l="l" t="t" r="r" b="b"/>
            <a:pathLst>
              <a:path w="3329834" h="2273306">
                <a:moveTo>
                  <a:pt x="134171" y="0"/>
                </a:moveTo>
                <a:lnTo>
                  <a:pt x="3195664" y="0"/>
                </a:lnTo>
                <a:cubicBezTo>
                  <a:pt x="3269764" y="0"/>
                  <a:pt x="3329834" y="60070"/>
                  <a:pt x="3329834" y="134171"/>
                </a:cubicBezTo>
                <a:lnTo>
                  <a:pt x="3329834" y="2139135"/>
                </a:lnTo>
                <a:cubicBezTo>
                  <a:pt x="3329834" y="2213236"/>
                  <a:pt x="3269764" y="2273306"/>
                  <a:pt x="3195664" y="2273306"/>
                </a:cubicBezTo>
                <a:lnTo>
                  <a:pt x="134171" y="2273306"/>
                </a:lnTo>
                <a:cubicBezTo>
                  <a:pt x="60070" y="2273306"/>
                  <a:pt x="0" y="2213236"/>
                  <a:pt x="0" y="2139135"/>
                </a:cubicBezTo>
                <a:lnTo>
                  <a:pt x="0" y="134171"/>
                </a:lnTo>
                <a:cubicBezTo>
                  <a:pt x="0" y="60120"/>
                  <a:pt x="60120" y="0"/>
                  <a:pt x="134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8798" y="3966929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100622" y="0"/>
                </a:moveTo>
                <a:lnTo>
                  <a:pt x="301865" y="0"/>
                </a:lnTo>
                <a:cubicBezTo>
                  <a:pt x="357400" y="0"/>
                  <a:pt x="402487" y="45087"/>
                  <a:pt x="402487" y="100622"/>
                </a:cubicBezTo>
                <a:lnTo>
                  <a:pt x="402487" y="301865"/>
                </a:lnTo>
                <a:cubicBezTo>
                  <a:pt x="402487" y="357400"/>
                  <a:pt x="357400" y="402487"/>
                  <a:pt x="301865" y="402487"/>
                </a:cubicBezTo>
                <a:lnTo>
                  <a:pt x="100622" y="402487"/>
                </a:lnTo>
                <a:cubicBezTo>
                  <a:pt x="45087" y="402487"/>
                  <a:pt x="0" y="357400"/>
                  <a:pt x="0" y="301865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Shape 29"/>
          <p:cNvSpPr/>
          <p:nvPr/>
        </p:nvSpPr>
        <p:spPr>
          <a:xfrm>
            <a:off x="596131" y="4084263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83851" y="0"/>
                </a:moveTo>
                <a:cubicBezTo>
                  <a:pt x="85358" y="0"/>
                  <a:pt x="86865" y="328"/>
                  <a:pt x="88241" y="950"/>
                </a:cubicBezTo>
                <a:lnTo>
                  <a:pt x="149950" y="27121"/>
                </a:lnTo>
                <a:cubicBezTo>
                  <a:pt x="157156" y="30167"/>
                  <a:pt x="162528" y="37275"/>
                  <a:pt x="162495" y="45856"/>
                </a:cubicBezTo>
                <a:cubicBezTo>
                  <a:pt x="162331" y="78349"/>
                  <a:pt x="148967" y="137798"/>
                  <a:pt x="92531" y="164820"/>
                </a:cubicBezTo>
                <a:cubicBezTo>
                  <a:pt x="87061" y="167441"/>
                  <a:pt x="80707" y="167441"/>
                  <a:pt x="75237" y="164820"/>
                </a:cubicBezTo>
                <a:cubicBezTo>
                  <a:pt x="18768" y="137798"/>
                  <a:pt x="5437" y="78349"/>
                  <a:pt x="5273" y="45856"/>
                </a:cubicBezTo>
                <a:cubicBezTo>
                  <a:pt x="5241" y="37275"/>
                  <a:pt x="10612" y="30167"/>
                  <a:pt x="17818" y="27121"/>
                </a:cubicBezTo>
                <a:lnTo>
                  <a:pt x="79495" y="950"/>
                </a:lnTo>
                <a:cubicBezTo>
                  <a:pt x="80871" y="328"/>
                  <a:pt x="82345" y="0"/>
                  <a:pt x="83851" y="0"/>
                </a:cubicBezTo>
                <a:close/>
                <a:moveTo>
                  <a:pt x="83851" y="21880"/>
                </a:moveTo>
                <a:lnTo>
                  <a:pt x="83851" y="145725"/>
                </a:lnTo>
                <a:cubicBezTo>
                  <a:pt x="129053" y="123845"/>
                  <a:pt x="141205" y="75368"/>
                  <a:pt x="141499" y="46348"/>
                </a:cubicBezTo>
                <a:lnTo>
                  <a:pt x="83851" y="21913"/>
                </a:lnTo>
                <a:lnTo>
                  <a:pt x="83851" y="219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981761" y="4050780"/>
            <a:ext cx="15596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Securitate Avansată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78798" y="4469894"/>
            <a:ext cx="3119274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Protecție multi-layer împotriva amenințărilor complexe.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98712" y="4998187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Text 33"/>
          <p:cNvSpPr/>
          <p:nvPr/>
        </p:nvSpPr>
        <p:spPr>
          <a:xfrm>
            <a:off x="692357" y="4973146"/>
            <a:ext cx="109845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NGFW și NIDS/NIPS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98712" y="5199226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5"/>
          <p:cNvSpPr/>
          <p:nvPr/>
        </p:nvSpPr>
        <p:spPr>
          <a:xfrm>
            <a:off x="692357" y="5174189"/>
            <a:ext cx="872055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EDR, XDR, SIEM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98712" y="5400264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0" name="Text 37"/>
          <p:cNvSpPr/>
          <p:nvPr/>
        </p:nvSpPr>
        <p:spPr>
          <a:xfrm>
            <a:off x="692357" y="5375228"/>
            <a:ext cx="1232616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Trust Architecture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813639" y="3828196"/>
            <a:ext cx="3329834" cy="2273306"/>
          </a:xfrm>
          <a:custGeom>
            <a:avLst/>
            <a:gdLst/>
            <a:ahLst/>
            <a:cxnLst/>
            <a:rect l="l" t="t" r="r" b="b"/>
            <a:pathLst>
              <a:path w="3329834" h="2273306">
                <a:moveTo>
                  <a:pt x="134171" y="0"/>
                </a:moveTo>
                <a:lnTo>
                  <a:pt x="3195664" y="0"/>
                </a:lnTo>
                <a:cubicBezTo>
                  <a:pt x="3269764" y="0"/>
                  <a:pt x="3329834" y="60070"/>
                  <a:pt x="3329834" y="134171"/>
                </a:cubicBezTo>
                <a:lnTo>
                  <a:pt x="3329834" y="2139135"/>
                </a:lnTo>
                <a:cubicBezTo>
                  <a:pt x="3329834" y="2213236"/>
                  <a:pt x="3269764" y="2273306"/>
                  <a:pt x="3195664" y="2273306"/>
                </a:cubicBezTo>
                <a:lnTo>
                  <a:pt x="134171" y="2273306"/>
                </a:lnTo>
                <a:cubicBezTo>
                  <a:pt x="60070" y="2273306"/>
                  <a:pt x="0" y="2213236"/>
                  <a:pt x="0" y="2139135"/>
                </a:cubicBezTo>
                <a:lnTo>
                  <a:pt x="0" y="134171"/>
                </a:lnTo>
                <a:cubicBezTo>
                  <a:pt x="0" y="60120"/>
                  <a:pt x="60120" y="0"/>
                  <a:pt x="13417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52373" y="3966929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100622" y="0"/>
                </a:moveTo>
                <a:lnTo>
                  <a:pt x="301865" y="0"/>
                </a:lnTo>
                <a:cubicBezTo>
                  <a:pt x="357400" y="0"/>
                  <a:pt x="402487" y="45087"/>
                  <a:pt x="402487" y="100622"/>
                </a:cubicBezTo>
                <a:lnTo>
                  <a:pt x="402487" y="301865"/>
                </a:lnTo>
                <a:cubicBezTo>
                  <a:pt x="402487" y="357400"/>
                  <a:pt x="357400" y="402487"/>
                  <a:pt x="301865" y="402487"/>
                </a:cubicBezTo>
                <a:lnTo>
                  <a:pt x="100622" y="402487"/>
                </a:lnTo>
                <a:cubicBezTo>
                  <a:pt x="45087" y="402487"/>
                  <a:pt x="0" y="357400"/>
                  <a:pt x="0" y="301865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3" name="Shape 40"/>
          <p:cNvSpPr/>
          <p:nvPr/>
        </p:nvSpPr>
        <p:spPr>
          <a:xfrm>
            <a:off x="4059225" y="4084263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0" y="110055"/>
                </a:moveTo>
                <a:cubicBezTo>
                  <a:pt x="0" y="136095"/>
                  <a:pt x="21127" y="157221"/>
                  <a:pt x="47166" y="157221"/>
                </a:cubicBezTo>
                <a:lnTo>
                  <a:pt x="146740" y="157221"/>
                </a:lnTo>
                <a:cubicBezTo>
                  <a:pt x="169897" y="157221"/>
                  <a:pt x="188666" y="138453"/>
                  <a:pt x="188666" y="115296"/>
                </a:cubicBezTo>
                <a:cubicBezTo>
                  <a:pt x="188666" y="98394"/>
                  <a:pt x="178676" y="83819"/>
                  <a:pt x="164264" y="77202"/>
                </a:cubicBezTo>
                <a:cubicBezTo>
                  <a:pt x="166458" y="72911"/>
                  <a:pt x="167703" y="68031"/>
                  <a:pt x="167703" y="62889"/>
                </a:cubicBezTo>
                <a:cubicBezTo>
                  <a:pt x="167703" y="45529"/>
                  <a:pt x="153618" y="31444"/>
                  <a:pt x="136259" y="31444"/>
                </a:cubicBezTo>
                <a:cubicBezTo>
                  <a:pt x="130461" y="31444"/>
                  <a:pt x="125057" y="33017"/>
                  <a:pt x="120405" y="35735"/>
                </a:cubicBezTo>
                <a:cubicBezTo>
                  <a:pt x="112512" y="20734"/>
                  <a:pt x="96757" y="10481"/>
                  <a:pt x="78611" y="10481"/>
                </a:cubicBezTo>
                <a:cubicBezTo>
                  <a:pt x="52571" y="10481"/>
                  <a:pt x="31444" y="31608"/>
                  <a:pt x="31444" y="57648"/>
                </a:cubicBezTo>
                <a:cubicBezTo>
                  <a:pt x="31444" y="60268"/>
                  <a:pt x="31674" y="62856"/>
                  <a:pt x="32067" y="65345"/>
                </a:cubicBezTo>
                <a:cubicBezTo>
                  <a:pt x="13429" y="71634"/>
                  <a:pt x="0" y="89289"/>
                  <a:pt x="0" y="1100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4455336" y="4050780"/>
            <a:ext cx="131646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Enterprise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3952373" y="4469894"/>
            <a:ext cx="3119274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Soluții cloud hibrid și multi-cloud pentru scalabilitate.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972288" y="4998187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7" name="Text 44"/>
          <p:cNvSpPr/>
          <p:nvPr/>
        </p:nvSpPr>
        <p:spPr>
          <a:xfrm>
            <a:off x="4165932" y="4973146"/>
            <a:ext cx="94752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Azure, GCP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972288" y="5199226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9" name="Text 46"/>
          <p:cNvSpPr/>
          <p:nvPr/>
        </p:nvSpPr>
        <p:spPr>
          <a:xfrm>
            <a:off x="4165932" y="5174189"/>
            <a:ext cx="108168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CASB, CWPP, CSPM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972288" y="5400264"/>
            <a:ext cx="102718" cy="117392"/>
          </a:xfrm>
          <a:custGeom>
            <a:avLst/>
            <a:gdLst/>
            <a:ahLst/>
            <a:cxnLst/>
            <a:rect l="l" t="t" r="r" b="b"/>
            <a:pathLst>
              <a:path w="102718" h="117392">
                <a:moveTo>
                  <a:pt x="99692" y="16073"/>
                </a:moveTo>
                <a:cubicBezTo>
                  <a:pt x="102970" y="18457"/>
                  <a:pt x="103704" y="23043"/>
                  <a:pt x="101319" y="26321"/>
                </a:cubicBezTo>
                <a:lnTo>
                  <a:pt x="42623" y="107029"/>
                </a:lnTo>
                <a:cubicBezTo>
                  <a:pt x="41362" y="108771"/>
                  <a:pt x="39413" y="109849"/>
                  <a:pt x="37258" y="110032"/>
                </a:cubicBezTo>
                <a:cubicBezTo>
                  <a:pt x="35103" y="110216"/>
                  <a:pt x="33017" y="109413"/>
                  <a:pt x="31503" y="107900"/>
                </a:cubicBezTo>
                <a:lnTo>
                  <a:pt x="2155" y="78552"/>
                </a:lnTo>
                <a:cubicBezTo>
                  <a:pt x="-711" y="75686"/>
                  <a:pt x="-711" y="71031"/>
                  <a:pt x="2155" y="68165"/>
                </a:cubicBezTo>
                <a:cubicBezTo>
                  <a:pt x="5021" y="65299"/>
                  <a:pt x="9676" y="65299"/>
                  <a:pt x="12542" y="68165"/>
                </a:cubicBezTo>
                <a:lnTo>
                  <a:pt x="35814" y="91437"/>
                </a:lnTo>
                <a:lnTo>
                  <a:pt x="89466" y="17678"/>
                </a:lnTo>
                <a:cubicBezTo>
                  <a:pt x="91850" y="14399"/>
                  <a:pt x="96436" y="13665"/>
                  <a:pt x="99714" y="160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1" name="Text 48"/>
          <p:cNvSpPr/>
          <p:nvPr/>
        </p:nvSpPr>
        <p:spPr>
          <a:xfrm>
            <a:off x="4165932" y="5375228"/>
            <a:ext cx="166864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migration &amp; management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320989" y="1412808"/>
            <a:ext cx="4528910" cy="2793185"/>
          </a:xfrm>
          <a:custGeom>
            <a:avLst/>
            <a:gdLst/>
            <a:ahLst/>
            <a:cxnLst/>
            <a:rect l="l" t="t" r="r" b="b"/>
            <a:pathLst>
              <a:path w="4528910" h="2793185">
                <a:moveTo>
                  <a:pt x="134157" y="0"/>
                </a:moveTo>
                <a:lnTo>
                  <a:pt x="4394753" y="0"/>
                </a:lnTo>
                <a:cubicBezTo>
                  <a:pt x="4468846" y="0"/>
                  <a:pt x="4528910" y="60064"/>
                  <a:pt x="4528910" y="134157"/>
                </a:cubicBezTo>
                <a:lnTo>
                  <a:pt x="4528910" y="2659028"/>
                </a:lnTo>
                <a:cubicBezTo>
                  <a:pt x="4528910" y="2733121"/>
                  <a:pt x="4468846" y="2793185"/>
                  <a:pt x="4394753" y="2793185"/>
                </a:cubicBezTo>
                <a:lnTo>
                  <a:pt x="134157" y="2793185"/>
                </a:lnTo>
                <a:cubicBezTo>
                  <a:pt x="60064" y="2793185"/>
                  <a:pt x="0" y="2733121"/>
                  <a:pt x="0" y="2659028"/>
                </a:cubicBezTo>
                <a:lnTo>
                  <a:pt x="0" y="134157"/>
                </a:lnTo>
                <a:cubicBezTo>
                  <a:pt x="0" y="60114"/>
                  <a:pt x="60114" y="0"/>
                  <a:pt x="13415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497455" y="1585024"/>
            <a:ext cx="176088" cy="201243"/>
          </a:xfrm>
          <a:custGeom>
            <a:avLst/>
            <a:gdLst/>
            <a:ahLst/>
            <a:cxnLst/>
            <a:rect l="l" t="t" r="r" b="b"/>
            <a:pathLst>
              <a:path w="176088" h="201243">
                <a:moveTo>
                  <a:pt x="176088" y="80890"/>
                </a:moveTo>
                <a:cubicBezTo>
                  <a:pt x="170271" y="84742"/>
                  <a:pt x="163589" y="87847"/>
                  <a:pt x="156632" y="90324"/>
                </a:cubicBezTo>
                <a:cubicBezTo>
                  <a:pt x="138158" y="96927"/>
                  <a:pt x="113907" y="100622"/>
                  <a:pt x="88044" y="100622"/>
                </a:cubicBezTo>
                <a:cubicBezTo>
                  <a:pt x="62181" y="100622"/>
                  <a:pt x="37890" y="96888"/>
                  <a:pt x="19456" y="90324"/>
                </a:cubicBezTo>
                <a:cubicBezTo>
                  <a:pt x="12538" y="87847"/>
                  <a:pt x="5817" y="84742"/>
                  <a:pt x="0" y="80890"/>
                </a:cubicBezTo>
                <a:lnTo>
                  <a:pt x="0" y="113199"/>
                </a:lnTo>
                <a:cubicBezTo>
                  <a:pt x="0" y="130572"/>
                  <a:pt x="39423" y="144644"/>
                  <a:pt x="88044" y="144644"/>
                </a:cubicBezTo>
                <a:cubicBezTo>
                  <a:pt x="136665" y="144644"/>
                  <a:pt x="176088" y="130572"/>
                  <a:pt x="176088" y="113199"/>
                </a:cubicBezTo>
                <a:lnTo>
                  <a:pt x="176088" y="80890"/>
                </a:lnTo>
                <a:close/>
                <a:moveTo>
                  <a:pt x="176088" y="50311"/>
                </a:moveTo>
                <a:lnTo>
                  <a:pt x="176088" y="31444"/>
                </a:lnTo>
                <a:cubicBezTo>
                  <a:pt x="176088" y="14071"/>
                  <a:pt x="136665" y="0"/>
                  <a:pt x="88044" y="0"/>
                </a:cubicBezTo>
                <a:cubicBezTo>
                  <a:pt x="39423" y="0"/>
                  <a:pt x="0" y="14071"/>
                  <a:pt x="0" y="31444"/>
                </a:cubicBezTo>
                <a:lnTo>
                  <a:pt x="0" y="50311"/>
                </a:lnTo>
                <a:cubicBezTo>
                  <a:pt x="0" y="67684"/>
                  <a:pt x="39423" y="81755"/>
                  <a:pt x="88044" y="81755"/>
                </a:cubicBezTo>
                <a:cubicBezTo>
                  <a:pt x="136665" y="81755"/>
                  <a:pt x="176088" y="67684"/>
                  <a:pt x="176088" y="50311"/>
                </a:cubicBezTo>
                <a:close/>
                <a:moveTo>
                  <a:pt x="156632" y="153212"/>
                </a:moveTo>
                <a:cubicBezTo>
                  <a:pt x="138198" y="159776"/>
                  <a:pt x="113946" y="163510"/>
                  <a:pt x="88044" y="163510"/>
                </a:cubicBezTo>
                <a:cubicBezTo>
                  <a:pt x="62142" y="163510"/>
                  <a:pt x="37890" y="159776"/>
                  <a:pt x="19456" y="153212"/>
                </a:cubicBezTo>
                <a:cubicBezTo>
                  <a:pt x="12538" y="150736"/>
                  <a:pt x="5817" y="147631"/>
                  <a:pt x="0" y="143779"/>
                </a:cubicBezTo>
                <a:lnTo>
                  <a:pt x="0" y="169799"/>
                </a:lnTo>
                <a:cubicBezTo>
                  <a:pt x="0" y="187172"/>
                  <a:pt x="39423" y="201243"/>
                  <a:pt x="88044" y="201243"/>
                </a:cubicBezTo>
                <a:cubicBezTo>
                  <a:pt x="136665" y="201243"/>
                  <a:pt x="176088" y="187172"/>
                  <a:pt x="176088" y="169799"/>
                </a:cubicBezTo>
                <a:lnTo>
                  <a:pt x="176088" y="143779"/>
                </a:lnTo>
                <a:cubicBezTo>
                  <a:pt x="170271" y="147631"/>
                  <a:pt x="163589" y="150736"/>
                  <a:pt x="156632" y="1532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7711276" y="1551544"/>
            <a:ext cx="4100336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Backup &amp; DR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459722" y="1953769"/>
            <a:ext cx="4251268" cy="637271"/>
          </a:xfrm>
          <a:custGeom>
            <a:avLst/>
            <a:gdLst/>
            <a:ahLst/>
            <a:cxnLst/>
            <a:rect l="l" t="t" r="r" b="b"/>
            <a:pathLst>
              <a:path w="4251268" h="637271">
                <a:moveTo>
                  <a:pt x="67079" y="0"/>
                </a:moveTo>
                <a:lnTo>
                  <a:pt x="4184189" y="0"/>
                </a:lnTo>
                <a:cubicBezTo>
                  <a:pt x="4221236" y="0"/>
                  <a:pt x="4251268" y="30032"/>
                  <a:pt x="4251268" y="67079"/>
                </a:cubicBezTo>
                <a:lnTo>
                  <a:pt x="4251268" y="570192"/>
                </a:lnTo>
                <a:cubicBezTo>
                  <a:pt x="4251268" y="607239"/>
                  <a:pt x="4221236" y="637271"/>
                  <a:pt x="4184189" y="637271"/>
                </a:cubicBezTo>
                <a:lnTo>
                  <a:pt x="67079" y="637271"/>
                </a:lnTo>
                <a:cubicBezTo>
                  <a:pt x="30032" y="637271"/>
                  <a:pt x="0" y="607239"/>
                  <a:pt x="0" y="570192"/>
                </a:cubicBezTo>
                <a:lnTo>
                  <a:pt x="0" y="67079"/>
                </a:lnTo>
                <a:cubicBezTo>
                  <a:pt x="0" y="30057"/>
                  <a:pt x="30057" y="0"/>
                  <a:pt x="6707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7560314" y="2054358"/>
            <a:ext cx="412549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Backup Automatizat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560314" y="2322654"/>
            <a:ext cx="410872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 zilnic, săptămânal, incremental. On-site și off-site.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459722" y="2691400"/>
            <a:ext cx="4251268" cy="637271"/>
          </a:xfrm>
          <a:custGeom>
            <a:avLst/>
            <a:gdLst/>
            <a:ahLst/>
            <a:cxnLst/>
            <a:rect l="l" t="t" r="r" b="b"/>
            <a:pathLst>
              <a:path w="4251268" h="637271">
                <a:moveTo>
                  <a:pt x="67079" y="0"/>
                </a:moveTo>
                <a:lnTo>
                  <a:pt x="4184189" y="0"/>
                </a:lnTo>
                <a:cubicBezTo>
                  <a:pt x="4221236" y="0"/>
                  <a:pt x="4251268" y="30032"/>
                  <a:pt x="4251268" y="67079"/>
                </a:cubicBezTo>
                <a:lnTo>
                  <a:pt x="4251268" y="570192"/>
                </a:lnTo>
                <a:cubicBezTo>
                  <a:pt x="4251268" y="607239"/>
                  <a:pt x="4221236" y="637271"/>
                  <a:pt x="4184189" y="637271"/>
                </a:cubicBezTo>
                <a:lnTo>
                  <a:pt x="67079" y="637271"/>
                </a:lnTo>
                <a:cubicBezTo>
                  <a:pt x="30032" y="637271"/>
                  <a:pt x="0" y="607239"/>
                  <a:pt x="0" y="570192"/>
                </a:cubicBezTo>
                <a:lnTo>
                  <a:pt x="0" y="67079"/>
                </a:lnTo>
                <a:cubicBezTo>
                  <a:pt x="0" y="30057"/>
                  <a:pt x="30057" y="0"/>
                  <a:pt x="6707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7560314" y="2791989"/>
            <a:ext cx="412549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Disaster Recovery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7560314" y="3060285"/>
            <a:ext cx="410872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RPO &lt; 1 oră, RTO &lt; 4 ore. Replicare în timp real.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459722" y="3429031"/>
            <a:ext cx="4251268" cy="637271"/>
          </a:xfrm>
          <a:custGeom>
            <a:avLst/>
            <a:gdLst/>
            <a:ahLst/>
            <a:cxnLst/>
            <a:rect l="l" t="t" r="r" b="b"/>
            <a:pathLst>
              <a:path w="4251268" h="637271">
                <a:moveTo>
                  <a:pt x="67079" y="0"/>
                </a:moveTo>
                <a:lnTo>
                  <a:pt x="4184189" y="0"/>
                </a:lnTo>
                <a:cubicBezTo>
                  <a:pt x="4221236" y="0"/>
                  <a:pt x="4251268" y="30032"/>
                  <a:pt x="4251268" y="67079"/>
                </a:cubicBezTo>
                <a:lnTo>
                  <a:pt x="4251268" y="570192"/>
                </a:lnTo>
                <a:cubicBezTo>
                  <a:pt x="4251268" y="607239"/>
                  <a:pt x="4221236" y="637271"/>
                  <a:pt x="4184189" y="637271"/>
                </a:cubicBezTo>
                <a:lnTo>
                  <a:pt x="67079" y="637271"/>
                </a:lnTo>
                <a:cubicBezTo>
                  <a:pt x="30032" y="637271"/>
                  <a:pt x="0" y="607239"/>
                  <a:pt x="0" y="570192"/>
                </a:cubicBezTo>
                <a:lnTo>
                  <a:pt x="0" y="67079"/>
                </a:lnTo>
                <a:cubicBezTo>
                  <a:pt x="0" y="30057"/>
                  <a:pt x="30057" y="0"/>
                  <a:pt x="6707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7560314" y="3529620"/>
            <a:ext cx="412549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Continuity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560314" y="3797916"/>
            <a:ext cx="4108721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Planuri de continuitate testate și documentate.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320989" y="4348194"/>
            <a:ext cx="4528910" cy="1753427"/>
          </a:xfrm>
          <a:custGeom>
            <a:avLst/>
            <a:gdLst/>
            <a:ahLst/>
            <a:cxnLst/>
            <a:rect l="l" t="t" r="r" b="b"/>
            <a:pathLst>
              <a:path w="4528910" h="1753427">
                <a:moveTo>
                  <a:pt x="134155" y="0"/>
                </a:moveTo>
                <a:lnTo>
                  <a:pt x="4394755" y="0"/>
                </a:lnTo>
                <a:cubicBezTo>
                  <a:pt x="4468847" y="0"/>
                  <a:pt x="4528910" y="60063"/>
                  <a:pt x="4528910" y="134155"/>
                </a:cubicBezTo>
                <a:lnTo>
                  <a:pt x="4528910" y="1619272"/>
                </a:lnTo>
                <a:cubicBezTo>
                  <a:pt x="4528910" y="1693364"/>
                  <a:pt x="4468847" y="1753427"/>
                  <a:pt x="4394755" y="1753427"/>
                </a:cubicBezTo>
                <a:lnTo>
                  <a:pt x="134155" y="1753427"/>
                </a:lnTo>
                <a:cubicBezTo>
                  <a:pt x="60063" y="1753427"/>
                  <a:pt x="0" y="1693364"/>
                  <a:pt x="0" y="1619272"/>
                </a:cubicBezTo>
                <a:lnTo>
                  <a:pt x="0" y="134155"/>
                </a:lnTo>
                <a:cubicBezTo>
                  <a:pt x="0" y="60113"/>
                  <a:pt x="60113" y="0"/>
                  <a:pt x="13415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480684" y="4520410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10481" y="10481"/>
                </a:moveTo>
                <a:cubicBezTo>
                  <a:pt x="16279" y="10481"/>
                  <a:pt x="20963" y="15165"/>
                  <a:pt x="20963" y="20963"/>
                </a:cubicBezTo>
                <a:lnTo>
                  <a:pt x="20963" y="131018"/>
                </a:lnTo>
                <a:cubicBezTo>
                  <a:pt x="20963" y="133900"/>
                  <a:pt x="23321" y="136259"/>
                  <a:pt x="26204" y="136259"/>
                </a:cubicBezTo>
                <a:lnTo>
                  <a:pt x="157221" y="136259"/>
                </a:lnTo>
                <a:cubicBezTo>
                  <a:pt x="163019" y="136259"/>
                  <a:pt x="167703" y="140942"/>
                  <a:pt x="167703" y="146740"/>
                </a:cubicBezTo>
                <a:cubicBezTo>
                  <a:pt x="167703" y="152538"/>
                  <a:pt x="163019" y="157221"/>
                  <a:pt x="157221" y="157221"/>
                </a:cubicBezTo>
                <a:lnTo>
                  <a:pt x="26204" y="157221"/>
                </a:lnTo>
                <a:cubicBezTo>
                  <a:pt x="11726" y="157221"/>
                  <a:pt x="0" y="145495"/>
                  <a:pt x="0" y="131018"/>
                </a:cubicBezTo>
                <a:lnTo>
                  <a:pt x="0" y="20963"/>
                </a:lnTo>
                <a:cubicBezTo>
                  <a:pt x="0" y="15165"/>
                  <a:pt x="4684" y="10481"/>
                  <a:pt x="10481" y="10481"/>
                </a:cubicBezTo>
                <a:close/>
                <a:moveTo>
                  <a:pt x="41926" y="31444"/>
                </a:moveTo>
                <a:cubicBezTo>
                  <a:pt x="41926" y="25647"/>
                  <a:pt x="46610" y="20963"/>
                  <a:pt x="52407" y="20963"/>
                </a:cubicBezTo>
                <a:lnTo>
                  <a:pt x="115296" y="20963"/>
                </a:lnTo>
                <a:cubicBezTo>
                  <a:pt x="121093" y="20963"/>
                  <a:pt x="125777" y="25647"/>
                  <a:pt x="125777" y="31444"/>
                </a:cubicBezTo>
                <a:cubicBezTo>
                  <a:pt x="125777" y="37242"/>
                  <a:pt x="121093" y="41926"/>
                  <a:pt x="115296" y="41926"/>
                </a:cubicBezTo>
                <a:lnTo>
                  <a:pt x="52407" y="41926"/>
                </a:lnTo>
                <a:cubicBezTo>
                  <a:pt x="46610" y="41926"/>
                  <a:pt x="41926" y="37242"/>
                  <a:pt x="41926" y="31444"/>
                </a:cubicBezTo>
                <a:close/>
                <a:moveTo>
                  <a:pt x="52407" y="57648"/>
                </a:moveTo>
                <a:lnTo>
                  <a:pt x="94333" y="57648"/>
                </a:lnTo>
                <a:cubicBezTo>
                  <a:pt x="100130" y="57648"/>
                  <a:pt x="104814" y="62332"/>
                  <a:pt x="104814" y="68129"/>
                </a:cubicBezTo>
                <a:cubicBezTo>
                  <a:pt x="104814" y="73927"/>
                  <a:pt x="100130" y="78611"/>
                  <a:pt x="94333" y="78611"/>
                </a:cubicBezTo>
                <a:lnTo>
                  <a:pt x="52407" y="78611"/>
                </a:lnTo>
                <a:cubicBezTo>
                  <a:pt x="46610" y="78611"/>
                  <a:pt x="41926" y="73927"/>
                  <a:pt x="41926" y="68129"/>
                </a:cubicBezTo>
                <a:cubicBezTo>
                  <a:pt x="41926" y="62332"/>
                  <a:pt x="46610" y="57648"/>
                  <a:pt x="52407" y="57648"/>
                </a:cubicBezTo>
                <a:close/>
                <a:moveTo>
                  <a:pt x="52407" y="94333"/>
                </a:moveTo>
                <a:lnTo>
                  <a:pt x="136259" y="94333"/>
                </a:lnTo>
                <a:cubicBezTo>
                  <a:pt x="142056" y="94333"/>
                  <a:pt x="146740" y="99017"/>
                  <a:pt x="146740" y="104814"/>
                </a:cubicBezTo>
                <a:cubicBezTo>
                  <a:pt x="146740" y="110612"/>
                  <a:pt x="142056" y="115296"/>
                  <a:pt x="136259" y="115296"/>
                </a:cubicBezTo>
                <a:lnTo>
                  <a:pt x="52407" y="115296"/>
                </a:lnTo>
                <a:cubicBezTo>
                  <a:pt x="46610" y="115296"/>
                  <a:pt x="41926" y="110612"/>
                  <a:pt x="41926" y="104814"/>
                </a:cubicBezTo>
                <a:cubicBezTo>
                  <a:pt x="41926" y="99017"/>
                  <a:pt x="46610" y="94333"/>
                  <a:pt x="52407" y="9433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6" name="Text 63"/>
          <p:cNvSpPr/>
          <p:nvPr/>
        </p:nvSpPr>
        <p:spPr>
          <a:xfrm>
            <a:off x="7669350" y="4486926"/>
            <a:ext cx="412549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Beneficii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7459722" y="4822185"/>
            <a:ext cx="2096286" cy="536649"/>
          </a:xfrm>
          <a:custGeom>
            <a:avLst/>
            <a:gdLst/>
            <a:ahLst/>
            <a:cxnLst/>
            <a:rect l="l" t="t" r="r" b="b"/>
            <a:pathLst>
              <a:path w="2096286" h="536649">
                <a:moveTo>
                  <a:pt x="67081" y="0"/>
                </a:moveTo>
                <a:lnTo>
                  <a:pt x="2029205" y="0"/>
                </a:lnTo>
                <a:cubicBezTo>
                  <a:pt x="2066253" y="0"/>
                  <a:pt x="2096286" y="30033"/>
                  <a:pt x="2096286" y="67081"/>
                </a:cubicBezTo>
                <a:lnTo>
                  <a:pt x="2096286" y="469568"/>
                </a:lnTo>
                <a:cubicBezTo>
                  <a:pt x="2096286" y="506616"/>
                  <a:pt x="2066253" y="536649"/>
                  <a:pt x="2029205" y="536649"/>
                </a:cubicBezTo>
                <a:lnTo>
                  <a:pt x="67081" y="536649"/>
                </a:lnTo>
                <a:cubicBezTo>
                  <a:pt x="30033" y="536649"/>
                  <a:pt x="0" y="506616"/>
                  <a:pt x="0" y="469568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7476376" y="4889151"/>
            <a:ext cx="2062746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99.99%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7501531" y="5157300"/>
            <a:ext cx="2012435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9620789" y="4822185"/>
            <a:ext cx="2096286" cy="536649"/>
          </a:xfrm>
          <a:custGeom>
            <a:avLst/>
            <a:gdLst/>
            <a:ahLst/>
            <a:cxnLst/>
            <a:rect l="l" t="t" r="r" b="b"/>
            <a:pathLst>
              <a:path w="2096286" h="536649">
                <a:moveTo>
                  <a:pt x="67081" y="0"/>
                </a:moveTo>
                <a:lnTo>
                  <a:pt x="2029205" y="0"/>
                </a:lnTo>
                <a:cubicBezTo>
                  <a:pt x="2066253" y="0"/>
                  <a:pt x="2096286" y="30033"/>
                  <a:pt x="2096286" y="67081"/>
                </a:cubicBezTo>
                <a:lnTo>
                  <a:pt x="2096286" y="469568"/>
                </a:lnTo>
                <a:cubicBezTo>
                  <a:pt x="2096286" y="506616"/>
                  <a:pt x="2066253" y="536649"/>
                  <a:pt x="2029205" y="536649"/>
                </a:cubicBezTo>
                <a:lnTo>
                  <a:pt x="67081" y="536649"/>
                </a:lnTo>
                <a:cubicBezTo>
                  <a:pt x="30033" y="536649"/>
                  <a:pt x="0" y="506616"/>
                  <a:pt x="0" y="469568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9637443" y="4889151"/>
            <a:ext cx="2062746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&lt;4h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9662598" y="5157300"/>
            <a:ext cx="2012435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RTO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7459722" y="5425305"/>
            <a:ext cx="2096286" cy="536649"/>
          </a:xfrm>
          <a:custGeom>
            <a:avLst/>
            <a:gdLst/>
            <a:ahLst/>
            <a:cxnLst/>
            <a:rect l="l" t="t" r="r" b="b"/>
            <a:pathLst>
              <a:path w="2096286" h="536649">
                <a:moveTo>
                  <a:pt x="67081" y="0"/>
                </a:moveTo>
                <a:lnTo>
                  <a:pt x="2029205" y="0"/>
                </a:lnTo>
                <a:cubicBezTo>
                  <a:pt x="2066253" y="0"/>
                  <a:pt x="2096286" y="30033"/>
                  <a:pt x="2096286" y="67081"/>
                </a:cubicBezTo>
                <a:lnTo>
                  <a:pt x="2096286" y="469568"/>
                </a:lnTo>
                <a:cubicBezTo>
                  <a:pt x="2096286" y="506616"/>
                  <a:pt x="2066253" y="536649"/>
                  <a:pt x="2029205" y="536649"/>
                </a:cubicBezTo>
                <a:lnTo>
                  <a:pt x="67081" y="536649"/>
                </a:lnTo>
                <a:cubicBezTo>
                  <a:pt x="30033" y="536649"/>
                  <a:pt x="0" y="506616"/>
                  <a:pt x="0" y="469568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74" name="Text 71"/>
          <p:cNvSpPr/>
          <p:nvPr/>
        </p:nvSpPr>
        <p:spPr>
          <a:xfrm>
            <a:off x="7476376" y="5492268"/>
            <a:ext cx="2062746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7501531" y="5760420"/>
            <a:ext cx="2012435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Monitorizare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9620789" y="5425305"/>
            <a:ext cx="2096286" cy="536649"/>
          </a:xfrm>
          <a:custGeom>
            <a:avLst/>
            <a:gdLst/>
            <a:ahLst/>
            <a:cxnLst/>
            <a:rect l="l" t="t" r="r" b="b"/>
            <a:pathLst>
              <a:path w="2096286" h="536649">
                <a:moveTo>
                  <a:pt x="67081" y="0"/>
                </a:moveTo>
                <a:lnTo>
                  <a:pt x="2029205" y="0"/>
                </a:lnTo>
                <a:cubicBezTo>
                  <a:pt x="2066253" y="0"/>
                  <a:pt x="2096286" y="30033"/>
                  <a:pt x="2096286" y="67081"/>
                </a:cubicBezTo>
                <a:lnTo>
                  <a:pt x="2096286" y="469568"/>
                </a:lnTo>
                <a:cubicBezTo>
                  <a:pt x="2096286" y="506616"/>
                  <a:pt x="2066253" y="536649"/>
                  <a:pt x="2029205" y="536649"/>
                </a:cubicBezTo>
                <a:lnTo>
                  <a:pt x="67081" y="536649"/>
                </a:lnTo>
                <a:cubicBezTo>
                  <a:pt x="30033" y="536649"/>
                  <a:pt x="0" y="506616"/>
                  <a:pt x="0" y="469568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9637443" y="5492268"/>
            <a:ext cx="2062746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9662598" y="5760420"/>
            <a:ext cx="2012435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340064" y="6210101"/>
            <a:ext cx="11513735" cy="646588"/>
          </a:xfrm>
          <a:custGeom>
            <a:avLst/>
            <a:gdLst/>
            <a:ahLst/>
            <a:cxnLst/>
            <a:rect l="l" t="t" r="r" b="b"/>
            <a:pathLst>
              <a:path w="11513735" h="646588">
                <a:moveTo>
                  <a:pt x="100622" y="0"/>
                </a:moveTo>
                <a:lnTo>
                  <a:pt x="11413113" y="0"/>
                </a:lnTo>
                <a:cubicBezTo>
                  <a:pt x="11468685" y="0"/>
                  <a:pt x="11513735" y="45050"/>
                  <a:pt x="11513735" y="100622"/>
                </a:cubicBezTo>
                <a:lnTo>
                  <a:pt x="11513735" y="545966"/>
                </a:lnTo>
                <a:cubicBezTo>
                  <a:pt x="11513735" y="601538"/>
                  <a:pt x="11468685" y="646588"/>
                  <a:pt x="11413113" y="646588"/>
                </a:cubicBezTo>
                <a:lnTo>
                  <a:pt x="100622" y="646588"/>
                </a:lnTo>
                <a:cubicBezTo>
                  <a:pt x="45050" y="646588"/>
                  <a:pt x="0" y="601538"/>
                  <a:pt x="0" y="545966"/>
                </a:cubicBezTo>
                <a:lnTo>
                  <a:pt x="0" y="100622"/>
                </a:lnTo>
                <a:cubicBezTo>
                  <a:pt x="0" y="45050"/>
                  <a:pt x="45050" y="0"/>
                  <a:pt x="10062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60A5FA">
                  <a:alpha val="20000"/>
                </a:srgbClr>
              </a:gs>
            </a:gsLst>
            <a:lin ang="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95626" y="6432833"/>
            <a:ext cx="150933" cy="201243"/>
          </a:xfrm>
          <a:custGeom>
            <a:avLst/>
            <a:gdLst/>
            <a:ahLst/>
            <a:cxnLst/>
            <a:rect l="l" t="t" r="r" b="b"/>
            <a:pathLst>
              <a:path w="150933" h="201243">
                <a:moveTo>
                  <a:pt x="25155" y="0"/>
                </a:moveTo>
                <a:cubicBezTo>
                  <a:pt x="11281" y="0"/>
                  <a:pt x="0" y="11281"/>
                  <a:pt x="0" y="25155"/>
                </a:cubicBezTo>
                <a:lnTo>
                  <a:pt x="0" y="176088"/>
                </a:lnTo>
                <a:cubicBezTo>
                  <a:pt x="0" y="189963"/>
                  <a:pt x="11281" y="201243"/>
                  <a:pt x="25155" y="201243"/>
                </a:cubicBezTo>
                <a:lnTo>
                  <a:pt x="125777" y="201243"/>
                </a:lnTo>
                <a:cubicBezTo>
                  <a:pt x="139652" y="201243"/>
                  <a:pt x="150933" y="189963"/>
                  <a:pt x="150933" y="176088"/>
                </a:cubicBezTo>
                <a:lnTo>
                  <a:pt x="150933" y="25155"/>
                </a:lnTo>
                <a:cubicBezTo>
                  <a:pt x="150933" y="11281"/>
                  <a:pt x="139652" y="0"/>
                  <a:pt x="125777" y="0"/>
                </a:cubicBezTo>
                <a:lnTo>
                  <a:pt x="25155" y="0"/>
                </a:lnTo>
                <a:close/>
                <a:moveTo>
                  <a:pt x="69177" y="138355"/>
                </a:moveTo>
                <a:lnTo>
                  <a:pt x="81755" y="138355"/>
                </a:lnTo>
                <a:cubicBezTo>
                  <a:pt x="88712" y="138355"/>
                  <a:pt x="94333" y="143976"/>
                  <a:pt x="94333" y="150933"/>
                </a:cubicBezTo>
                <a:lnTo>
                  <a:pt x="94333" y="182377"/>
                </a:lnTo>
                <a:lnTo>
                  <a:pt x="56600" y="182377"/>
                </a:lnTo>
                <a:lnTo>
                  <a:pt x="56600" y="150933"/>
                </a:lnTo>
                <a:cubicBezTo>
                  <a:pt x="56600" y="143976"/>
                  <a:pt x="62220" y="138355"/>
                  <a:pt x="69177" y="138355"/>
                </a:cubicBezTo>
                <a:close/>
                <a:moveTo>
                  <a:pt x="37733" y="44022"/>
                </a:moveTo>
                <a:cubicBezTo>
                  <a:pt x="37733" y="40563"/>
                  <a:pt x="40563" y="37733"/>
                  <a:pt x="44022" y="37733"/>
                </a:cubicBezTo>
                <a:lnTo>
                  <a:pt x="56600" y="37733"/>
                </a:lnTo>
                <a:cubicBezTo>
                  <a:pt x="60059" y="37733"/>
                  <a:pt x="62889" y="40563"/>
                  <a:pt x="62889" y="44022"/>
                </a:cubicBezTo>
                <a:lnTo>
                  <a:pt x="62889" y="56600"/>
                </a:lnTo>
                <a:cubicBezTo>
                  <a:pt x="62889" y="60059"/>
                  <a:pt x="60059" y="62889"/>
                  <a:pt x="56600" y="62889"/>
                </a:cubicBezTo>
                <a:lnTo>
                  <a:pt x="44022" y="62889"/>
                </a:lnTo>
                <a:cubicBezTo>
                  <a:pt x="40563" y="62889"/>
                  <a:pt x="37733" y="60059"/>
                  <a:pt x="37733" y="56600"/>
                </a:cubicBezTo>
                <a:lnTo>
                  <a:pt x="37733" y="44022"/>
                </a:lnTo>
                <a:close/>
                <a:moveTo>
                  <a:pt x="94333" y="37733"/>
                </a:moveTo>
                <a:lnTo>
                  <a:pt x="106911" y="37733"/>
                </a:lnTo>
                <a:cubicBezTo>
                  <a:pt x="110369" y="37733"/>
                  <a:pt x="113199" y="40563"/>
                  <a:pt x="113199" y="44022"/>
                </a:cubicBezTo>
                <a:lnTo>
                  <a:pt x="113199" y="56600"/>
                </a:lnTo>
                <a:cubicBezTo>
                  <a:pt x="113199" y="60059"/>
                  <a:pt x="110369" y="62889"/>
                  <a:pt x="106911" y="62889"/>
                </a:cubicBezTo>
                <a:lnTo>
                  <a:pt x="94333" y="62889"/>
                </a:lnTo>
                <a:cubicBezTo>
                  <a:pt x="90874" y="62889"/>
                  <a:pt x="88044" y="60059"/>
                  <a:pt x="88044" y="56600"/>
                </a:cubicBezTo>
                <a:lnTo>
                  <a:pt x="88044" y="44022"/>
                </a:lnTo>
                <a:cubicBezTo>
                  <a:pt x="88044" y="40563"/>
                  <a:pt x="90874" y="37733"/>
                  <a:pt x="94333" y="37733"/>
                </a:cubicBezTo>
                <a:close/>
                <a:moveTo>
                  <a:pt x="37733" y="94333"/>
                </a:moveTo>
                <a:cubicBezTo>
                  <a:pt x="37733" y="90874"/>
                  <a:pt x="40563" y="88044"/>
                  <a:pt x="44022" y="88044"/>
                </a:cubicBezTo>
                <a:lnTo>
                  <a:pt x="56600" y="88044"/>
                </a:lnTo>
                <a:cubicBezTo>
                  <a:pt x="60059" y="88044"/>
                  <a:pt x="62889" y="90874"/>
                  <a:pt x="62889" y="94333"/>
                </a:cubicBezTo>
                <a:lnTo>
                  <a:pt x="62889" y="106911"/>
                </a:lnTo>
                <a:cubicBezTo>
                  <a:pt x="62889" y="110369"/>
                  <a:pt x="60059" y="113199"/>
                  <a:pt x="56600" y="113199"/>
                </a:cubicBezTo>
                <a:lnTo>
                  <a:pt x="44022" y="113199"/>
                </a:lnTo>
                <a:cubicBezTo>
                  <a:pt x="40563" y="113199"/>
                  <a:pt x="37733" y="110369"/>
                  <a:pt x="37733" y="106911"/>
                </a:cubicBezTo>
                <a:lnTo>
                  <a:pt x="37733" y="94333"/>
                </a:lnTo>
                <a:close/>
                <a:moveTo>
                  <a:pt x="94333" y="88044"/>
                </a:moveTo>
                <a:lnTo>
                  <a:pt x="106911" y="88044"/>
                </a:lnTo>
                <a:cubicBezTo>
                  <a:pt x="110369" y="88044"/>
                  <a:pt x="113199" y="90874"/>
                  <a:pt x="113199" y="94333"/>
                </a:cubicBezTo>
                <a:lnTo>
                  <a:pt x="113199" y="106911"/>
                </a:lnTo>
                <a:cubicBezTo>
                  <a:pt x="113199" y="110369"/>
                  <a:pt x="110369" y="113199"/>
                  <a:pt x="106911" y="113199"/>
                </a:cubicBezTo>
                <a:lnTo>
                  <a:pt x="94333" y="113199"/>
                </a:lnTo>
                <a:cubicBezTo>
                  <a:pt x="90874" y="113199"/>
                  <a:pt x="88044" y="110369"/>
                  <a:pt x="88044" y="106911"/>
                </a:cubicBezTo>
                <a:lnTo>
                  <a:pt x="88044" y="94333"/>
                </a:lnTo>
                <a:cubicBezTo>
                  <a:pt x="88044" y="90874"/>
                  <a:pt x="90874" y="88044"/>
                  <a:pt x="94333" y="880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1" name="Text 78"/>
          <p:cNvSpPr/>
          <p:nvPr/>
        </p:nvSpPr>
        <p:spPr>
          <a:xfrm>
            <a:off x="830799" y="6315355"/>
            <a:ext cx="316119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Solutions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30799" y="6550167"/>
            <a:ext cx="3152814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Conformitate • Scalabilitate • Performanță • Securitate</a:t>
            </a:r>
            <a:endParaRPr lang="en-US" sz="1600" dirty="0"/>
          </a:p>
        </p:txBody>
      </p:sp>
      <p:sp>
        <p:nvSpPr>
          <p:cNvPr id="83" name="Text 80"/>
          <p:cNvSpPr/>
          <p:nvPr/>
        </p:nvSpPr>
        <p:spPr>
          <a:xfrm>
            <a:off x="10056759" y="6315498"/>
            <a:ext cx="1693799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8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10098684" y="6583647"/>
            <a:ext cx="1651873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 companii au migrat în cloud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329" y="318329"/>
            <a:ext cx="63666" cy="509326"/>
          </a:xfrm>
          <a:custGeom>
            <a:avLst/>
            <a:gdLst/>
            <a:ahLst/>
            <a:cxnLst/>
            <a:rect l="l" t="t" r="r" b="b"/>
            <a:pathLst>
              <a:path w="63666" h="509326">
                <a:moveTo>
                  <a:pt x="0" y="0"/>
                </a:moveTo>
                <a:lnTo>
                  <a:pt x="63666" y="0"/>
                </a:lnTo>
                <a:lnTo>
                  <a:pt x="63666" y="509326"/>
                </a:lnTo>
                <a:lnTo>
                  <a:pt x="0" y="509326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9133" y="381886"/>
            <a:ext cx="3565285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Sector Public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329" y="891154"/>
            <a:ext cx="11555342" cy="31833"/>
          </a:xfrm>
          <a:custGeom>
            <a:avLst/>
            <a:gdLst/>
            <a:ahLst/>
            <a:cxnLst/>
            <a:rect l="l" t="t" r="r" b="b"/>
            <a:pathLst>
              <a:path w="11555342" h="31833">
                <a:moveTo>
                  <a:pt x="0" y="0"/>
                </a:moveTo>
                <a:lnTo>
                  <a:pt x="11555342" y="0"/>
                </a:lnTo>
                <a:lnTo>
                  <a:pt x="11555342" y="31833"/>
                </a:lnTo>
                <a:lnTo>
                  <a:pt x="0" y="3183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18329" y="986490"/>
            <a:ext cx="11634924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Digitalizarea serviciilor publice pentru cetățeni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2750" y="1340878"/>
            <a:ext cx="6264007" cy="2173480"/>
          </a:xfrm>
          <a:custGeom>
            <a:avLst/>
            <a:gdLst/>
            <a:ahLst/>
            <a:cxnLst/>
            <a:rect l="l" t="t" r="r" b="b"/>
            <a:pathLst>
              <a:path w="6264007" h="2173480">
                <a:moveTo>
                  <a:pt x="127322" y="0"/>
                </a:moveTo>
                <a:lnTo>
                  <a:pt x="6136685" y="0"/>
                </a:lnTo>
                <a:cubicBezTo>
                  <a:pt x="6207003" y="0"/>
                  <a:pt x="6264007" y="57004"/>
                  <a:pt x="6264007" y="127322"/>
                </a:cubicBezTo>
                <a:lnTo>
                  <a:pt x="6264007" y="2046157"/>
                </a:lnTo>
                <a:cubicBezTo>
                  <a:pt x="6264007" y="2116475"/>
                  <a:pt x="6207003" y="2173480"/>
                  <a:pt x="6136685" y="2173480"/>
                </a:cubicBezTo>
                <a:lnTo>
                  <a:pt x="127322" y="2173480"/>
                </a:lnTo>
                <a:cubicBezTo>
                  <a:pt x="57004" y="2173480"/>
                  <a:pt x="0" y="2116475"/>
                  <a:pt x="0" y="2046157"/>
                </a:cubicBezTo>
                <a:lnTo>
                  <a:pt x="0" y="127322"/>
                </a:lnTo>
                <a:cubicBezTo>
                  <a:pt x="0" y="57051"/>
                  <a:pt x="57051" y="0"/>
                  <a:pt x="12732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8295" y="1504326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89045" y="1903"/>
                </a:moveTo>
                <a:cubicBezTo>
                  <a:pt x="92962" y="-634"/>
                  <a:pt x="98035" y="-634"/>
                  <a:pt x="101952" y="1903"/>
                </a:cubicBezTo>
                <a:lnTo>
                  <a:pt x="185514" y="55621"/>
                </a:lnTo>
                <a:cubicBezTo>
                  <a:pt x="189953" y="58493"/>
                  <a:pt x="192005" y="63939"/>
                  <a:pt x="190512" y="69013"/>
                </a:cubicBezTo>
                <a:cubicBezTo>
                  <a:pt x="189020" y="74086"/>
                  <a:pt x="184357" y="77593"/>
                  <a:pt x="179060" y="77593"/>
                </a:cubicBezTo>
                <a:lnTo>
                  <a:pt x="167123" y="77593"/>
                </a:lnTo>
                <a:lnTo>
                  <a:pt x="167123" y="155185"/>
                </a:lnTo>
                <a:lnTo>
                  <a:pt x="186222" y="169510"/>
                </a:lnTo>
                <a:cubicBezTo>
                  <a:pt x="189244" y="171748"/>
                  <a:pt x="190997" y="175292"/>
                  <a:pt x="190997" y="179060"/>
                </a:cubicBezTo>
                <a:cubicBezTo>
                  <a:pt x="190997" y="185663"/>
                  <a:pt x="185663" y="190997"/>
                  <a:pt x="179060" y="190997"/>
                </a:cubicBezTo>
                <a:lnTo>
                  <a:pt x="11937" y="190997"/>
                </a:lnTo>
                <a:cubicBezTo>
                  <a:pt x="5334" y="190997"/>
                  <a:pt x="0" y="185663"/>
                  <a:pt x="0" y="179060"/>
                </a:cubicBezTo>
                <a:cubicBezTo>
                  <a:pt x="0" y="175292"/>
                  <a:pt x="1753" y="171748"/>
                  <a:pt x="4775" y="169510"/>
                </a:cubicBezTo>
                <a:lnTo>
                  <a:pt x="23875" y="155185"/>
                </a:lnTo>
                <a:lnTo>
                  <a:pt x="23875" y="155185"/>
                </a:lnTo>
                <a:lnTo>
                  <a:pt x="23875" y="77593"/>
                </a:lnTo>
                <a:lnTo>
                  <a:pt x="11937" y="77593"/>
                </a:lnTo>
                <a:cubicBezTo>
                  <a:pt x="6640" y="77593"/>
                  <a:pt x="1977" y="74086"/>
                  <a:pt x="485" y="69013"/>
                </a:cubicBezTo>
                <a:cubicBezTo>
                  <a:pt x="-1007" y="63939"/>
                  <a:pt x="1045" y="58456"/>
                  <a:pt x="5484" y="55621"/>
                </a:cubicBezTo>
                <a:lnTo>
                  <a:pt x="89045" y="1903"/>
                </a:lnTo>
                <a:close/>
                <a:moveTo>
                  <a:pt x="125342" y="77593"/>
                </a:moveTo>
                <a:lnTo>
                  <a:pt x="125342" y="155185"/>
                </a:lnTo>
                <a:lnTo>
                  <a:pt x="149217" y="155185"/>
                </a:lnTo>
                <a:lnTo>
                  <a:pt x="149217" y="77593"/>
                </a:lnTo>
                <a:lnTo>
                  <a:pt x="125342" y="77593"/>
                </a:lnTo>
                <a:close/>
                <a:moveTo>
                  <a:pt x="83561" y="155185"/>
                </a:moveTo>
                <a:lnTo>
                  <a:pt x="107436" y="155185"/>
                </a:lnTo>
                <a:lnTo>
                  <a:pt x="107436" y="77593"/>
                </a:lnTo>
                <a:lnTo>
                  <a:pt x="83561" y="77593"/>
                </a:lnTo>
                <a:lnTo>
                  <a:pt x="83561" y="155185"/>
                </a:lnTo>
                <a:close/>
                <a:moveTo>
                  <a:pt x="41781" y="77593"/>
                </a:moveTo>
                <a:lnTo>
                  <a:pt x="41781" y="155185"/>
                </a:lnTo>
                <a:lnTo>
                  <a:pt x="65655" y="155185"/>
                </a:lnTo>
                <a:lnTo>
                  <a:pt x="65655" y="77593"/>
                </a:lnTo>
                <a:lnTo>
                  <a:pt x="41781" y="7759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93167" y="1472547"/>
            <a:ext cx="5857253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E-Guvernare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4420" y="1854294"/>
            <a:ext cx="2952501" cy="795822"/>
          </a:xfrm>
          <a:custGeom>
            <a:avLst/>
            <a:gdLst/>
            <a:ahLst/>
            <a:cxnLst/>
            <a:rect l="l" t="t" r="r" b="b"/>
            <a:pathLst>
              <a:path w="2952501" h="795822">
                <a:moveTo>
                  <a:pt x="95499" y="0"/>
                </a:moveTo>
                <a:lnTo>
                  <a:pt x="2857003" y="0"/>
                </a:lnTo>
                <a:cubicBezTo>
                  <a:pt x="2909745" y="0"/>
                  <a:pt x="2952501" y="42756"/>
                  <a:pt x="2952501" y="95499"/>
                </a:cubicBezTo>
                <a:lnTo>
                  <a:pt x="2952501" y="700324"/>
                </a:lnTo>
                <a:cubicBezTo>
                  <a:pt x="2952501" y="753066"/>
                  <a:pt x="2909745" y="795822"/>
                  <a:pt x="2857003" y="795822"/>
                </a:cubicBezTo>
                <a:lnTo>
                  <a:pt x="95499" y="795822"/>
                </a:lnTo>
                <a:cubicBezTo>
                  <a:pt x="42756" y="795822"/>
                  <a:pt x="0" y="753066"/>
                  <a:pt x="0" y="700324"/>
                </a:cubicBezTo>
                <a:lnTo>
                  <a:pt x="0" y="95499"/>
                </a:lnTo>
                <a:cubicBezTo>
                  <a:pt x="0" y="42792"/>
                  <a:pt x="42792" y="0"/>
                  <a:pt x="95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9682" y="1981544"/>
            <a:ext cx="119373" cy="159164"/>
          </a:xfrm>
          <a:custGeom>
            <a:avLst/>
            <a:gdLst/>
            <a:ahLst/>
            <a:cxnLst/>
            <a:rect l="l" t="t" r="r" b="b"/>
            <a:pathLst>
              <a:path w="119373" h="159164">
                <a:moveTo>
                  <a:pt x="0" y="19896"/>
                </a:moveTo>
                <a:cubicBezTo>
                  <a:pt x="0" y="8922"/>
                  <a:pt x="8922" y="0"/>
                  <a:pt x="19896" y="0"/>
                </a:cubicBezTo>
                <a:lnTo>
                  <a:pt x="66370" y="0"/>
                </a:lnTo>
                <a:cubicBezTo>
                  <a:pt x="71655" y="0"/>
                  <a:pt x="76722" y="2083"/>
                  <a:pt x="80453" y="5813"/>
                </a:cubicBezTo>
                <a:lnTo>
                  <a:pt x="113560" y="38952"/>
                </a:lnTo>
                <a:cubicBezTo>
                  <a:pt x="117291" y="42682"/>
                  <a:pt x="119373" y="47749"/>
                  <a:pt x="119373" y="53034"/>
                </a:cubicBezTo>
                <a:lnTo>
                  <a:pt x="119373" y="139269"/>
                </a:lnTo>
                <a:cubicBezTo>
                  <a:pt x="119373" y="150243"/>
                  <a:pt x="110451" y="159164"/>
                  <a:pt x="99478" y="159164"/>
                </a:cubicBezTo>
                <a:lnTo>
                  <a:pt x="19896" y="159164"/>
                </a:lnTo>
                <a:cubicBezTo>
                  <a:pt x="8922" y="159164"/>
                  <a:pt x="0" y="150243"/>
                  <a:pt x="0" y="139269"/>
                </a:cubicBezTo>
                <a:lnTo>
                  <a:pt x="0" y="19896"/>
                </a:lnTo>
                <a:close/>
                <a:moveTo>
                  <a:pt x="64661" y="18186"/>
                </a:moveTo>
                <a:lnTo>
                  <a:pt x="64661" y="47252"/>
                </a:lnTo>
                <a:cubicBezTo>
                  <a:pt x="64661" y="51387"/>
                  <a:pt x="67987" y="54713"/>
                  <a:pt x="72121" y="54713"/>
                </a:cubicBezTo>
                <a:lnTo>
                  <a:pt x="101188" y="54713"/>
                </a:lnTo>
                <a:lnTo>
                  <a:pt x="64661" y="18186"/>
                </a:lnTo>
                <a:close/>
                <a:moveTo>
                  <a:pt x="37304" y="79582"/>
                </a:moveTo>
                <a:cubicBezTo>
                  <a:pt x="33170" y="79582"/>
                  <a:pt x="29843" y="82909"/>
                  <a:pt x="29843" y="87043"/>
                </a:cubicBezTo>
                <a:cubicBezTo>
                  <a:pt x="29843" y="91178"/>
                  <a:pt x="33170" y="94504"/>
                  <a:pt x="37304" y="94504"/>
                </a:cubicBezTo>
                <a:lnTo>
                  <a:pt x="82069" y="94504"/>
                </a:lnTo>
                <a:cubicBezTo>
                  <a:pt x="86204" y="94504"/>
                  <a:pt x="89530" y="91178"/>
                  <a:pt x="89530" y="87043"/>
                </a:cubicBezTo>
                <a:cubicBezTo>
                  <a:pt x="89530" y="82909"/>
                  <a:pt x="86204" y="79582"/>
                  <a:pt x="82069" y="79582"/>
                </a:cubicBezTo>
                <a:lnTo>
                  <a:pt x="37304" y="79582"/>
                </a:lnTo>
                <a:close/>
                <a:moveTo>
                  <a:pt x="37304" y="109426"/>
                </a:moveTo>
                <a:cubicBezTo>
                  <a:pt x="33170" y="109426"/>
                  <a:pt x="29843" y="112752"/>
                  <a:pt x="29843" y="116886"/>
                </a:cubicBezTo>
                <a:cubicBezTo>
                  <a:pt x="29843" y="121021"/>
                  <a:pt x="33170" y="124347"/>
                  <a:pt x="37304" y="124347"/>
                </a:cubicBezTo>
                <a:lnTo>
                  <a:pt x="82069" y="124347"/>
                </a:lnTo>
                <a:cubicBezTo>
                  <a:pt x="86204" y="124347"/>
                  <a:pt x="89530" y="121021"/>
                  <a:pt x="89530" y="116886"/>
                </a:cubicBezTo>
                <a:cubicBezTo>
                  <a:pt x="89530" y="112752"/>
                  <a:pt x="86204" y="109426"/>
                  <a:pt x="82069" y="109426"/>
                </a:cubicBezTo>
                <a:lnTo>
                  <a:pt x="37304" y="109426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812402" y="1949765"/>
            <a:ext cx="1225567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Formulare Digitale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9891" y="2236179"/>
            <a:ext cx="2817211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Creștere de 80% în utilizarea formularelor online pentru servicii publice.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00928" y="1854294"/>
            <a:ext cx="2952501" cy="795822"/>
          </a:xfrm>
          <a:custGeom>
            <a:avLst/>
            <a:gdLst/>
            <a:ahLst/>
            <a:cxnLst/>
            <a:rect l="l" t="t" r="r" b="b"/>
            <a:pathLst>
              <a:path w="2952501" h="795822">
                <a:moveTo>
                  <a:pt x="95499" y="0"/>
                </a:moveTo>
                <a:lnTo>
                  <a:pt x="2857003" y="0"/>
                </a:lnTo>
                <a:cubicBezTo>
                  <a:pt x="2909745" y="0"/>
                  <a:pt x="2952501" y="42756"/>
                  <a:pt x="2952501" y="95499"/>
                </a:cubicBezTo>
                <a:lnTo>
                  <a:pt x="2952501" y="700324"/>
                </a:lnTo>
                <a:cubicBezTo>
                  <a:pt x="2952501" y="753066"/>
                  <a:pt x="2909745" y="795822"/>
                  <a:pt x="2857003" y="795822"/>
                </a:cubicBezTo>
                <a:lnTo>
                  <a:pt x="95499" y="795822"/>
                </a:lnTo>
                <a:cubicBezTo>
                  <a:pt x="42756" y="795822"/>
                  <a:pt x="0" y="753066"/>
                  <a:pt x="0" y="700324"/>
                </a:cubicBezTo>
                <a:lnTo>
                  <a:pt x="0" y="95499"/>
                </a:lnTo>
                <a:cubicBezTo>
                  <a:pt x="0" y="42792"/>
                  <a:pt x="42792" y="0"/>
                  <a:pt x="95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06347" y="1981544"/>
            <a:ext cx="179060" cy="159164"/>
          </a:xfrm>
          <a:custGeom>
            <a:avLst/>
            <a:gdLst/>
            <a:ahLst/>
            <a:cxnLst/>
            <a:rect l="l" t="t" r="r" b="b"/>
            <a:pathLst>
              <a:path w="179060" h="159164">
                <a:moveTo>
                  <a:pt x="119373" y="44765"/>
                </a:moveTo>
                <a:cubicBezTo>
                  <a:pt x="119373" y="74981"/>
                  <a:pt x="92639" y="99478"/>
                  <a:pt x="59687" y="99478"/>
                </a:cubicBezTo>
                <a:cubicBezTo>
                  <a:pt x="51387" y="99478"/>
                  <a:pt x="43490" y="97923"/>
                  <a:pt x="36309" y="95126"/>
                </a:cubicBezTo>
                <a:lnTo>
                  <a:pt x="10943" y="108555"/>
                </a:lnTo>
                <a:cubicBezTo>
                  <a:pt x="8051" y="110078"/>
                  <a:pt x="4508" y="109550"/>
                  <a:pt x="2176" y="107250"/>
                </a:cubicBezTo>
                <a:cubicBezTo>
                  <a:pt x="-155" y="104949"/>
                  <a:pt x="-684" y="101374"/>
                  <a:pt x="870" y="98483"/>
                </a:cubicBezTo>
                <a:lnTo>
                  <a:pt x="11937" y="77593"/>
                </a:lnTo>
                <a:cubicBezTo>
                  <a:pt x="4445" y="68453"/>
                  <a:pt x="0" y="57075"/>
                  <a:pt x="0" y="44765"/>
                </a:cubicBezTo>
                <a:cubicBezTo>
                  <a:pt x="0" y="14549"/>
                  <a:pt x="26735" y="-9948"/>
                  <a:pt x="59687" y="-9948"/>
                </a:cubicBezTo>
                <a:cubicBezTo>
                  <a:pt x="92639" y="-9948"/>
                  <a:pt x="119373" y="14549"/>
                  <a:pt x="119373" y="44765"/>
                </a:cubicBezTo>
                <a:close/>
                <a:moveTo>
                  <a:pt x="119373" y="159164"/>
                </a:moveTo>
                <a:cubicBezTo>
                  <a:pt x="90121" y="159164"/>
                  <a:pt x="65780" y="139860"/>
                  <a:pt x="60681" y="114399"/>
                </a:cubicBezTo>
                <a:cubicBezTo>
                  <a:pt x="97986" y="113933"/>
                  <a:pt x="130409" y="87385"/>
                  <a:pt x="133984" y="51387"/>
                </a:cubicBezTo>
                <a:cubicBezTo>
                  <a:pt x="159879" y="57355"/>
                  <a:pt x="179060" y="78836"/>
                  <a:pt x="179060" y="104452"/>
                </a:cubicBezTo>
                <a:cubicBezTo>
                  <a:pt x="179060" y="116762"/>
                  <a:pt x="174615" y="128140"/>
                  <a:pt x="167123" y="137279"/>
                </a:cubicBezTo>
                <a:lnTo>
                  <a:pt x="178190" y="158170"/>
                </a:lnTo>
                <a:cubicBezTo>
                  <a:pt x="179713" y="161061"/>
                  <a:pt x="179184" y="164605"/>
                  <a:pt x="176884" y="166936"/>
                </a:cubicBezTo>
                <a:cubicBezTo>
                  <a:pt x="174584" y="169268"/>
                  <a:pt x="171009" y="169796"/>
                  <a:pt x="168117" y="168242"/>
                </a:cubicBezTo>
                <a:lnTo>
                  <a:pt x="142751" y="154812"/>
                </a:lnTo>
                <a:cubicBezTo>
                  <a:pt x="135570" y="157610"/>
                  <a:pt x="127674" y="159164"/>
                  <a:pt x="119373" y="1591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3858910" y="1949765"/>
            <a:ext cx="835614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Comunicare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6399" y="2236179"/>
            <a:ext cx="2817211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 din instituții folosesc platforme online pentru cetățeni.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4420" y="2745172"/>
            <a:ext cx="2952501" cy="636658"/>
          </a:xfrm>
          <a:custGeom>
            <a:avLst/>
            <a:gdLst/>
            <a:ahLst/>
            <a:cxnLst/>
            <a:rect l="l" t="t" r="r" b="b"/>
            <a:pathLst>
              <a:path w="2952501" h="636658">
                <a:moveTo>
                  <a:pt x="95499" y="0"/>
                </a:moveTo>
                <a:lnTo>
                  <a:pt x="2857003" y="0"/>
                </a:lnTo>
                <a:cubicBezTo>
                  <a:pt x="2909745" y="0"/>
                  <a:pt x="2952501" y="42756"/>
                  <a:pt x="2952501" y="95499"/>
                </a:cubicBezTo>
                <a:lnTo>
                  <a:pt x="2952501" y="541159"/>
                </a:lnTo>
                <a:cubicBezTo>
                  <a:pt x="2952501" y="593902"/>
                  <a:pt x="2909745" y="636658"/>
                  <a:pt x="2857003" y="636658"/>
                </a:cubicBezTo>
                <a:lnTo>
                  <a:pt x="95499" y="636658"/>
                </a:lnTo>
                <a:cubicBezTo>
                  <a:pt x="42756" y="636658"/>
                  <a:pt x="0" y="593902"/>
                  <a:pt x="0" y="541159"/>
                </a:cubicBezTo>
                <a:lnTo>
                  <a:pt x="0" y="95499"/>
                </a:lnTo>
                <a:cubicBezTo>
                  <a:pt x="0" y="42792"/>
                  <a:pt x="42792" y="0"/>
                  <a:pt x="95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59839" y="2872422"/>
            <a:ext cx="179060" cy="159164"/>
          </a:xfrm>
          <a:custGeom>
            <a:avLst/>
            <a:gdLst/>
            <a:ahLst/>
            <a:cxnLst/>
            <a:rect l="l" t="t" r="r" b="b"/>
            <a:pathLst>
              <a:path w="179060" h="159164">
                <a:moveTo>
                  <a:pt x="17409" y="70132"/>
                </a:moveTo>
                <a:lnTo>
                  <a:pt x="10072" y="92079"/>
                </a:lnTo>
                <a:lnTo>
                  <a:pt x="10072" y="29843"/>
                </a:lnTo>
                <a:cubicBezTo>
                  <a:pt x="10072" y="18870"/>
                  <a:pt x="18994" y="9948"/>
                  <a:pt x="29968" y="9948"/>
                </a:cubicBezTo>
                <a:lnTo>
                  <a:pt x="73085" y="9948"/>
                </a:lnTo>
                <a:cubicBezTo>
                  <a:pt x="77375" y="9948"/>
                  <a:pt x="81572" y="11347"/>
                  <a:pt x="85022" y="13927"/>
                </a:cubicBezTo>
                <a:lnTo>
                  <a:pt x="96960" y="22880"/>
                </a:lnTo>
                <a:cubicBezTo>
                  <a:pt x="98670" y="24186"/>
                  <a:pt x="100783" y="24869"/>
                  <a:pt x="102928" y="24869"/>
                </a:cubicBezTo>
                <a:lnTo>
                  <a:pt x="139393" y="24869"/>
                </a:lnTo>
                <a:cubicBezTo>
                  <a:pt x="150367" y="24869"/>
                  <a:pt x="159289" y="33791"/>
                  <a:pt x="159289" y="44765"/>
                </a:cubicBezTo>
                <a:lnTo>
                  <a:pt x="159289" y="49739"/>
                </a:lnTo>
                <a:lnTo>
                  <a:pt x="45698" y="49739"/>
                </a:lnTo>
                <a:cubicBezTo>
                  <a:pt x="32859" y="49739"/>
                  <a:pt x="21450" y="57946"/>
                  <a:pt x="17378" y="70132"/>
                </a:cubicBezTo>
                <a:close/>
                <a:moveTo>
                  <a:pt x="148533" y="139269"/>
                </a:moveTo>
                <a:lnTo>
                  <a:pt x="30776" y="139269"/>
                </a:lnTo>
                <a:cubicBezTo>
                  <a:pt x="20579" y="139269"/>
                  <a:pt x="13398" y="129290"/>
                  <a:pt x="16631" y="119622"/>
                </a:cubicBezTo>
                <a:lnTo>
                  <a:pt x="31553" y="74857"/>
                </a:lnTo>
                <a:cubicBezTo>
                  <a:pt x="33574" y="68764"/>
                  <a:pt x="39294" y="64661"/>
                  <a:pt x="45698" y="64661"/>
                </a:cubicBezTo>
                <a:lnTo>
                  <a:pt x="163454" y="64661"/>
                </a:lnTo>
                <a:cubicBezTo>
                  <a:pt x="173651" y="64661"/>
                  <a:pt x="180832" y="74639"/>
                  <a:pt x="177599" y="84307"/>
                </a:cubicBezTo>
                <a:lnTo>
                  <a:pt x="162677" y="129072"/>
                </a:lnTo>
                <a:cubicBezTo>
                  <a:pt x="160657" y="135165"/>
                  <a:pt x="154937" y="139269"/>
                  <a:pt x="148533" y="13926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812402" y="2840643"/>
            <a:ext cx="1671227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 Documente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9891" y="3127058"/>
            <a:ext cx="2817211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Digitalizarea arhivelor și fluxurilor de documente.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00928" y="2745172"/>
            <a:ext cx="2952501" cy="636658"/>
          </a:xfrm>
          <a:custGeom>
            <a:avLst/>
            <a:gdLst/>
            <a:ahLst/>
            <a:cxnLst/>
            <a:rect l="l" t="t" r="r" b="b"/>
            <a:pathLst>
              <a:path w="2952501" h="636658">
                <a:moveTo>
                  <a:pt x="95499" y="0"/>
                </a:moveTo>
                <a:lnTo>
                  <a:pt x="2857003" y="0"/>
                </a:lnTo>
                <a:cubicBezTo>
                  <a:pt x="2909745" y="0"/>
                  <a:pt x="2952501" y="42756"/>
                  <a:pt x="2952501" y="95499"/>
                </a:cubicBezTo>
                <a:lnTo>
                  <a:pt x="2952501" y="541159"/>
                </a:lnTo>
                <a:cubicBezTo>
                  <a:pt x="2952501" y="593902"/>
                  <a:pt x="2909745" y="636658"/>
                  <a:pt x="2857003" y="636658"/>
                </a:cubicBezTo>
                <a:lnTo>
                  <a:pt x="95499" y="636658"/>
                </a:lnTo>
                <a:cubicBezTo>
                  <a:pt x="42756" y="636658"/>
                  <a:pt x="0" y="593902"/>
                  <a:pt x="0" y="541159"/>
                </a:cubicBezTo>
                <a:lnTo>
                  <a:pt x="0" y="95499"/>
                </a:lnTo>
                <a:cubicBezTo>
                  <a:pt x="0" y="42792"/>
                  <a:pt x="42792" y="0"/>
                  <a:pt x="95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36190" y="2872422"/>
            <a:ext cx="119373" cy="159164"/>
          </a:xfrm>
          <a:custGeom>
            <a:avLst/>
            <a:gdLst/>
            <a:ahLst/>
            <a:cxnLst/>
            <a:rect l="l" t="t" r="r" b="b"/>
            <a:pathLst>
              <a:path w="119373" h="159164">
                <a:moveTo>
                  <a:pt x="4974" y="19896"/>
                </a:moveTo>
                <a:cubicBezTo>
                  <a:pt x="4974" y="8922"/>
                  <a:pt x="13896" y="0"/>
                  <a:pt x="24869" y="0"/>
                </a:cubicBezTo>
                <a:lnTo>
                  <a:pt x="94504" y="0"/>
                </a:lnTo>
                <a:cubicBezTo>
                  <a:pt x="105478" y="0"/>
                  <a:pt x="114399" y="8922"/>
                  <a:pt x="114399" y="19896"/>
                </a:cubicBezTo>
                <a:lnTo>
                  <a:pt x="114399" y="139269"/>
                </a:lnTo>
                <a:cubicBezTo>
                  <a:pt x="114399" y="150243"/>
                  <a:pt x="105478" y="159164"/>
                  <a:pt x="94504" y="159164"/>
                </a:cubicBezTo>
                <a:lnTo>
                  <a:pt x="24869" y="159164"/>
                </a:lnTo>
                <a:cubicBezTo>
                  <a:pt x="13896" y="159164"/>
                  <a:pt x="4974" y="150243"/>
                  <a:pt x="4974" y="139269"/>
                </a:cubicBezTo>
                <a:lnTo>
                  <a:pt x="4974" y="19896"/>
                </a:lnTo>
                <a:close/>
                <a:moveTo>
                  <a:pt x="24869" y="19896"/>
                </a:moveTo>
                <a:lnTo>
                  <a:pt x="24869" y="114399"/>
                </a:lnTo>
                <a:lnTo>
                  <a:pt x="94504" y="114399"/>
                </a:lnTo>
                <a:lnTo>
                  <a:pt x="94504" y="19896"/>
                </a:lnTo>
                <a:lnTo>
                  <a:pt x="24869" y="19896"/>
                </a:lnTo>
                <a:close/>
                <a:moveTo>
                  <a:pt x="59687" y="146730"/>
                </a:moveTo>
                <a:cubicBezTo>
                  <a:pt x="65189" y="146730"/>
                  <a:pt x="69634" y="142284"/>
                  <a:pt x="69634" y="136782"/>
                </a:cubicBezTo>
                <a:cubicBezTo>
                  <a:pt x="69634" y="131280"/>
                  <a:pt x="65189" y="126834"/>
                  <a:pt x="59687" y="126834"/>
                </a:cubicBezTo>
                <a:cubicBezTo>
                  <a:pt x="54184" y="126834"/>
                  <a:pt x="49739" y="131280"/>
                  <a:pt x="49739" y="136782"/>
                </a:cubicBezTo>
                <a:cubicBezTo>
                  <a:pt x="49739" y="142284"/>
                  <a:pt x="54184" y="146730"/>
                  <a:pt x="59687" y="14673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3858910" y="2840643"/>
            <a:ext cx="105048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Aplicații Mobile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96399" y="3127058"/>
            <a:ext cx="2817211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 facil la servicii publice de pe orice dispozitiv.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2750" y="3649315"/>
            <a:ext cx="6264007" cy="2491809"/>
          </a:xfrm>
          <a:custGeom>
            <a:avLst/>
            <a:gdLst/>
            <a:ahLst/>
            <a:cxnLst/>
            <a:rect l="l" t="t" r="r" b="b"/>
            <a:pathLst>
              <a:path w="6264007" h="2491809">
                <a:moveTo>
                  <a:pt x="127331" y="0"/>
                </a:moveTo>
                <a:lnTo>
                  <a:pt x="6136676" y="0"/>
                </a:lnTo>
                <a:cubicBezTo>
                  <a:pt x="6206999" y="0"/>
                  <a:pt x="6264007" y="57008"/>
                  <a:pt x="6264007" y="127331"/>
                </a:cubicBezTo>
                <a:lnTo>
                  <a:pt x="6264007" y="2364477"/>
                </a:lnTo>
                <a:cubicBezTo>
                  <a:pt x="6264007" y="2434800"/>
                  <a:pt x="6206999" y="2491809"/>
                  <a:pt x="6136676" y="2491809"/>
                </a:cubicBezTo>
                <a:lnTo>
                  <a:pt x="127331" y="2491809"/>
                </a:lnTo>
                <a:cubicBezTo>
                  <a:pt x="57008" y="2491809"/>
                  <a:pt x="0" y="2434800"/>
                  <a:pt x="0" y="2364477"/>
                </a:cubicBezTo>
                <a:lnTo>
                  <a:pt x="0" y="127331"/>
                </a:lnTo>
                <a:cubicBezTo>
                  <a:pt x="0" y="57055"/>
                  <a:pt x="57055" y="0"/>
                  <a:pt x="12733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95" y="3812763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49913" y="13541"/>
                </a:moveTo>
                <a:cubicBezTo>
                  <a:pt x="53979" y="16377"/>
                  <a:pt x="54949" y="21972"/>
                  <a:pt x="52114" y="26001"/>
                </a:cubicBezTo>
                <a:lnTo>
                  <a:pt x="31224" y="55844"/>
                </a:lnTo>
                <a:cubicBezTo>
                  <a:pt x="29694" y="58008"/>
                  <a:pt x="27307" y="59388"/>
                  <a:pt x="24658" y="59612"/>
                </a:cubicBezTo>
                <a:cubicBezTo>
                  <a:pt x="22009" y="59836"/>
                  <a:pt x="19398" y="58941"/>
                  <a:pt x="17533" y="57075"/>
                </a:cubicBezTo>
                <a:lnTo>
                  <a:pt x="2611" y="42154"/>
                </a:lnTo>
                <a:cubicBezTo>
                  <a:pt x="-858" y="38647"/>
                  <a:pt x="-858" y="32977"/>
                  <a:pt x="2611" y="29470"/>
                </a:cubicBezTo>
                <a:cubicBezTo>
                  <a:pt x="6081" y="25964"/>
                  <a:pt x="11788" y="26001"/>
                  <a:pt x="15295" y="29470"/>
                </a:cubicBezTo>
                <a:lnTo>
                  <a:pt x="22681" y="36857"/>
                </a:lnTo>
                <a:lnTo>
                  <a:pt x="37453" y="15742"/>
                </a:lnTo>
                <a:cubicBezTo>
                  <a:pt x="40289" y="11676"/>
                  <a:pt x="45884" y="10706"/>
                  <a:pt x="49913" y="13541"/>
                </a:cubicBezTo>
                <a:close/>
                <a:moveTo>
                  <a:pt x="49913" y="73228"/>
                </a:moveTo>
                <a:cubicBezTo>
                  <a:pt x="53979" y="76063"/>
                  <a:pt x="54949" y="81659"/>
                  <a:pt x="52114" y="85688"/>
                </a:cubicBezTo>
                <a:lnTo>
                  <a:pt x="31224" y="115531"/>
                </a:lnTo>
                <a:cubicBezTo>
                  <a:pt x="29694" y="117695"/>
                  <a:pt x="27307" y="119075"/>
                  <a:pt x="24658" y="119299"/>
                </a:cubicBezTo>
                <a:cubicBezTo>
                  <a:pt x="22009" y="119523"/>
                  <a:pt x="19398" y="118627"/>
                  <a:pt x="17533" y="116762"/>
                </a:cubicBezTo>
                <a:lnTo>
                  <a:pt x="2611" y="101840"/>
                </a:lnTo>
                <a:cubicBezTo>
                  <a:pt x="-895" y="98334"/>
                  <a:pt x="-895" y="92664"/>
                  <a:pt x="2611" y="89194"/>
                </a:cubicBezTo>
                <a:cubicBezTo>
                  <a:pt x="6118" y="85725"/>
                  <a:pt x="11788" y="85688"/>
                  <a:pt x="15257" y="89194"/>
                </a:cubicBezTo>
                <a:lnTo>
                  <a:pt x="22644" y="96581"/>
                </a:lnTo>
                <a:lnTo>
                  <a:pt x="37416" y="75466"/>
                </a:lnTo>
                <a:cubicBezTo>
                  <a:pt x="40251" y="71400"/>
                  <a:pt x="45847" y="70430"/>
                  <a:pt x="49876" y="73265"/>
                </a:cubicBezTo>
                <a:close/>
                <a:moveTo>
                  <a:pt x="83561" y="35812"/>
                </a:moveTo>
                <a:cubicBezTo>
                  <a:pt x="83561" y="29209"/>
                  <a:pt x="88896" y="23875"/>
                  <a:pt x="95499" y="23875"/>
                </a:cubicBezTo>
                <a:lnTo>
                  <a:pt x="179060" y="23875"/>
                </a:lnTo>
                <a:cubicBezTo>
                  <a:pt x="185663" y="23875"/>
                  <a:pt x="190997" y="29209"/>
                  <a:pt x="190997" y="35812"/>
                </a:cubicBezTo>
                <a:cubicBezTo>
                  <a:pt x="190997" y="42415"/>
                  <a:pt x="185663" y="47749"/>
                  <a:pt x="179060" y="47749"/>
                </a:cubicBezTo>
                <a:lnTo>
                  <a:pt x="95499" y="47749"/>
                </a:lnTo>
                <a:cubicBezTo>
                  <a:pt x="88896" y="47749"/>
                  <a:pt x="83561" y="42415"/>
                  <a:pt x="83561" y="35812"/>
                </a:cubicBezTo>
                <a:close/>
                <a:moveTo>
                  <a:pt x="83561" y="95499"/>
                </a:moveTo>
                <a:cubicBezTo>
                  <a:pt x="83561" y="88896"/>
                  <a:pt x="88896" y="83561"/>
                  <a:pt x="95499" y="83561"/>
                </a:cubicBezTo>
                <a:lnTo>
                  <a:pt x="179060" y="83561"/>
                </a:lnTo>
                <a:cubicBezTo>
                  <a:pt x="185663" y="83561"/>
                  <a:pt x="190997" y="88896"/>
                  <a:pt x="190997" y="95499"/>
                </a:cubicBezTo>
                <a:cubicBezTo>
                  <a:pt x="190997" y="102102"/>
                  <a:pt x="185663" y="107436"/>
                  <a:pt x="179060" y="107436"/>
                </a:cubicBezTo>
                <a:lnTo>
                  <a:pt x="95499" y="107436"/>
                </a:lnTo>
                <a:cubicBezTo>
                  <a:pt x="88896" y="107436"/>
                  <a:pt x="83561" y="102102"/>
                  <a:pt x="83561" y="95499"/>
                </a:cubicBezTo>
                <a:close/>
                <a:moveTo>
                  <a:pt x="59687" y="155185"/>
                </a:moveTo>
                <a:cubicBezTo>
                  <a:pt x="59687" y="148583"/>
                  <a:pt x="65021" y="143248"/>
                  <a:pt x="71624" y="143248"/>
                </a:cubicBezTo>
                <a:lnTo>
                  <a:pt x="179060" y="143248"/>
                </a:lnTo>
                <a:cubicBezTo>
                  <a:pt x="185663" y="143248"/>
                  <a:pt x="190997" y="148583"/>
                  <a:pt x="190997" y="155185"/>
                </a:cubicBezTo>
                <a:cubicBezTo>
                  <a:pt x="190997" y="161788"/>
                  <a:pt x="185663" y="167123"/>
                  <a:pt x="179060" y="167123"/>
                </a:cubicBezTo>
                <a:lnTo>
                  <a:pt x="71624" y="167123"/>
                </a:lnTo>
                <a:cubicBezTo>
                  <a:pt x="65021" y="167123"/>
                  <a:pt x="59687" y="161788"/>
                  <a:pt x="59687" y="155185"/>
                </a:cubicBezTo>
                <a:close/>
                <a:moveTo>
                  <a:pt x="23875" y="140264"/>
                </a:moveTo>
                <a:cubicBezTo>
                  <a:pt x="32110" y="140264"/>
                  <a:pt x="38796" y="146950"/>
                  <a:pt x="38796" y="155185"/>
                </a:cubicBezTo>
                <a:cubicBezTo>
                  <a:pt x="38796" y="163421"/>
                  <a:pt x="32110" y="170107"/>
                  <a:pt x="23875" y="170107"/>
                </a:cubicBezTo>
                <a:cubicBezTo>
                  <a:pt x="15639" y="170107"/>
                  <a:pt x="8953" y="163421"/>
                  <a:pt x="8953" y="155185"/>
                </a:cubicBezTo>
                <a:cubicBezTo>
                  <a:pt x="8953" y="146950"/>
                  <a:pt x="15639" y="140264"/>
                  <a:pt x="23875" y="1402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7" name="Text 25"/>
          <p:cNvSpPr/>
          <p:nvPr/>
        </p:nvSpPr>
        <p:spPr>
          <a:xfrm>
            <a:off x="693167" y="3780984"/>
            <a:ext cx="5857253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Modernizare Operațiuni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4420" y="4162730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63666" y="0"/>
                </a:moveTo>
                <a:lnTo>
                  <a:pt x="190997" y="0"/>
                </a:lnTo>
                <a:cubicBezTo>
                  <a:pt x="226159" y="0"/>
                  <a:pt x="254663" y="28504"/>
                  <a:pt x="254663" y="63666"/>
                </a:cubicBezTo>
                <a:lnTo>
                  <a:pt x="254663" y="190997"/>
                </a:lnTo>
                <a:cubicBezTo>
                  <a:pt x="254663" y="226159"/>
                  <a:pt x="226159" y="254663"/>
                  <a:pt x="190997" y="254663"/>
                </a:cubicBezTo>
                <a:lnTo>
                  <a:pt x="63666" y="254663"/>
                </a:lnTo>
                <a:cubicBezTo>
                  <a:pt x="28504" y="254663"/>
                  <a:pt x="0" y="226159"/>
                  <a:pt x="0" y="190997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1073" y="4234300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527" y="4130956"/>
            <a:ext cx="2546632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Automatizare Procese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527" y="4353813"/>
            <a:ext cx="2538674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Reducerea timpului de procesare cu 50-70%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4420" y="4640224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63666" y="0"/>
                </a:moveTo>
                <a:lnTo>
                  <a:pt x="190997" y="0"/>
                </a:lnTo>
                <a:cubicBezTo>
                  <a:pt x="226159" y="0"/>
                  <a:pt x="254663" y="28504"/>
                  <a:pt x="254663" y="63666"/>
                </a:cubicBezTo>
                <a:lnTo>
                  <a:pt x="254663" y="190997"/>
                </a:lnTo>
                <a:cubicBezTo>
                  <a:pt x="254663" y="226159"/>
                  <a:pt x="226159" y="254663"/>
                  <a:pt x="190997" y="254663"/>
                </a:cubicBezTo>
                <a:lnTo>
                  <a:pt x="63666" y="254663"/>
                </a:lnTo>
                <a:cubicBezTo>
                  <a:pt x="28504" y="254663"/>
                  <a:pt x="0" y="226159"/>
                  <a:pt x="0" y="190997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31073" y="4711794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804527" y="4608449"/>
            <a:ext cx="175080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Integrare Sisteme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527" y="4831307"/>
            <a:ext cx="1742851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Interoperabilitate între instituții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4420" y="5117717"/>
            <a:ext cx="254663" cy="254663"/>
          </a:xfrm>
          <a:custGeom>
            <a:avLst/>
            <a:gdLst/>
            <a:ahLst/>
            <a:cxnLst/>
            <a:rect l="l" t="t" r="r" b="b"/>
            <a:pathLst>
              <a:path w="254663" h="254663">
                <a:moveTo>
                  <a:pt x="63666" y="0"/>
                </a:moveTo>
                <a:lnTo>
                  <a:pt x="190997" y="0"/>
                </a:lnTo>
                <a:cubicBezTo>
                  <a:pt x="226159" y="0"/>
                  <a:pt x="254663" y="28504"/>
                  <a:pt x="254663" y="63666"/>
                </a:cubicBezTo>
                <a:lnTo>
                  <a:pt x="254663" y="190997"/>
                </a:lnTo>
                <a:cubicBezTo>
                  <a:pt x="254663" y="226159"/>
                  <a:pt x="226159" y="254663"/>
                  <a:pt x="190997" y="254663"/>
                </a:cubicBezTo>
                <a:lnTo>
                  <a:pt x="63666" y="254663"/>
                </a:lnTo>
                <a:cubicBezTo>
                  <a:pt x="28504" y="254663"/>
                  <a:pt x="0" y="226159"/>
                  <a:pt x="0" y="190997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1073" y="5189287"/>
            <a:ext cx="97488" cy="111415"/>
          </a:xfrm>
          <a:custGeom>
            <a:avLst/>
            <a:gdLst/>
            <a:ahLst/>
            <a:cxnLst/>
            <a:rect l="l" t="t" r="r" b="b"/>
            <a:pathLst>
              <a:path w="97488" h="111415">
                <a:moveTo>
                  <a:pt x="94616" y="15254"/>
                </a:moveTo>
                <a:cubicBezTo>
                  <a:pt x="97728" y="17517"/>
                  <a:pt x="98424" y="21870"/>
                  <a:pt x="96161" y="24981"/>
                </a:cubicBezTo>
                <a:lnTo>
                  <a:pt x="40453" y="101579"/>
                </a:lnTo>
                <a:cubicBezTo>
                  <a:pt x="39256" y="103233"/>
                  <a:pt x="37407" y="104256"/>
                  <a:pt x="35361" y="104430"/>
                </a:cubicBezTo>
                <a:cubicBezTo>
                  <a:pt x="33316" y="104604"/>
                  <a:pt x="31336" y="103842"/>
                  <a:pt x="29899" y="102406"/>
                </a:cubicBezTo>
                <a:lnTo>
                  <a:pt x="2046" y="74552"/>
                </a:lnTo>
                <a:cubicBezTo>
                  <a:pt x="-675" y="71832"/>
                  <a:pt x="-675" y="67415"/>
                  <a:pt x="2046" y="64695"/>
                </a:cubicBezTo>
                <a:cubicBezTo>
                  <a:pt x="4766" y="61975"/>
                  <a:pt x="9183" y="61975"/>
                  <a:pt x="11903" y="64695"/>
                </a:cubicBezTo>
                <a:lnTo>
                  <a:pt x="33990" y="86782"/>
                </a:lnTo>
                <a:lnTo>
                  <a:pt x="84911" y="16778"/>
                </a:lnTo>
                <a:cubicBezTo>
                  <a:pt x="87174" y="13666"/>
                  <a:pt x="91526" y="12969"/>
                  <a:pt x="94638" y="1523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6"/>
          <p:cNvSpPr/>
          <p:nvPr/>
        </p:nvSpPr>
        <p:spPr>
          <a:xfrm>
            <a:off x="804527" y="5085943"/>
            <a:ext cx="2435217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Analiză Date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4527" y="5308800"/>
            <a:ext cx="242725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Dashboard-uri și rapoarte pentru decidenți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51642" y="1340878"/>
            <a:ext cx="5118023" cy="2650973"/>
          </a:xfrm>
          <a:custGeom>
            <a:avLst/>
            <a:gdLst/>
            <a:ahLst/>
            <a:cxnLst/>
            <a:rect l="l" t="t" r="r" b="b"/>
            <a:pathLst>
              <a:path w="5118023" h="2650973">
                <a:moveTo>
                  <a:pt x="127326" y="0"/>
                </a:moveTo>
                <a:lnTo>
                  <a:pt x="4990696" y="0"/>
                </a:lnTo>
                <a:cubicBezTo>
                  <a:pt x="5061017" y="0"/>
                  <a:pt x="5118023" y="57006"/>
                  <a:pt x="5118023" y="127326"/>
                </a:cubicBezTo>
                <a:lnTo>
                  <a:pt x="5118023" y="2523647"/>
                </a:lnTo>
                <a:cubicBezTo>
                  <a:pt x="5118023" y="2593967"/>
                  <a:pt x="5061017" y="2650973"/>
                  <a:pt x="4990696" y="2650973"/>
                </a:cubicBezTo>
                <a:lnTo>
                  <a:pt x="127326" y="2650973"/>
                </a:lnTo>
                <a:cubicBezTo>
                  <a:pt x="57006" y="2650973"/>
                  <a:pt x="0" y="2593967"/>
                  <a:pt x="0" y="2523647"/>
                </a:cubicBezTo>
                <a:lnTo>
                  <a:pt x="0" y="127326"/>
                </a:lnTo>
                <a:cubicBezTo>
                  <a:pt x="0" y="57006"/>
                  <a:pt x="57006" y="0"/>
                  <a:pt x="12732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83312" y="1504326"/>
            <a:ext cx="238747" cy="190997"/>
          </a:xfrm>
          <a:custGeom>
            <a:avLst/>
            <a:gdLst/>
            <a:ahLst/>
            <a:cxnLst/>
            <a:rect l="l" t="t" r="r" b="b"/>
            <a:pathLst>
              <a:path w="238747" h="190997">
                <a:moveTo>
                  <a:pt x="143248" y="11937"/>
                </a:moveTo>
                <a:lnTo>
                  <a:pt x="190997" y="11937"/>
                </a:lnTo>
                <a:cubicBezTo>
                  <a:pt x="197600" y="11937"/>
                  <a:pt x="202935" y="17272"/>
                  <a:pt x="202935" y="23875"/>
                </a:cubicBezTo>
                <a:cubicBezTo>
                  <a:pt x="202935" y="30478"/>
                  <a:pt x="197600" y="35812"/>
                  <a:pt x="190997" y="35812"/>
                </a:cubicBezTo>
                <a:lnTo>
                  <a:pt x="148620" y="35812"/>
                </a:lnTo>
                <a:cubicBezTo>
                  <a:pt x="146680" y="45436"/>
                  <a:pt x="140077" y="53382"/>
                  <a:pt x="131311" y="57187"/>
                </a:cubicBezTo>
                <a:lnTo>
                  <a:pt x="131311" y="167123"/>
                </a:lnTo>
                <a:lnTo>
                  <a:pt x="190997" y="167123"/>
                </a:lnTo>
                <a:cubicBezTo>
                  <a:pt x="197600" y="167123"/>
                  <a:pt x="202935" y="172457"/>
                  <a:pt x="202935" y="179060"/>
                </a:cubicBezTo>
                <a:cubicBezTo>
                  <a:pt x="202935" y="185663"/>
                  <a:pt x="197600" y="190997"/>
                  <a:pt x="190997" y="190997"/>
                </a:cubicBezTo>
                <a:lnTo>
                  <a:pt x="47749" y="190997"/>
                </a:lnTo>
                <a:cubicBezTo>
                  <a:pt x="41147" y="190997"/>
                  <a:pt x="35812" y="185663"/>
                  <a:pt x="35812" y="179060"/>
                </a:cubicBezTo>
                <a:cubicBezTo>
                  <a:pt x="35812" y="172457"/>
                  <a:pt x="41147" y="167123"/>
                  <a:pt x="47749" y="167123"/>
                </a:cubicBezTo>
                <a:lnTo>
                  <a:pt x="107436" y="167123"/>
                </a:lnTo>
                <a:lnTo>
                  <a:pt x="107436" y="57187"/>
                </a:lnTo>
                <a:cubicBezTo>
                  <a:pt x="98670" y="53345"/>
                  <a:pt x="92067" y="45399"/>
                  <a:pt x="90127" y="35812"/>
                </a:cubicBezTo>
                <a:lnTo>
                  <a:pt x="47749" y="35812"/>
                </a:lnTo>
                <a:cubicBezTo>
                  <a:pt x="41147" y="35812"/>
                  <a:pt x="35812" y="30478"/>
                  <a:pt x="35812" y="23875"/>
                </a:cubicBezTo>
                <a:cubicBezTo>
                  <a:pt x="35812" y="17272"/>
                  <a:pt x="41147" y="11937"/>
                  <a:pt x="47749" y="11937"/>
                </a:cubicBezTo>
                <a:lnTo>
                  <a:pt x="95499" y="11937"/>
                </a:lnTo>
                <a:cubicBezTo>
                  <a:pt x="100945" y="4700"/>
                  <a:pt x="109600" y="0"/>
                  <a:pt x="119373" y="0"/>
                </a:cubicBezTo>
                <a:cubicBezTo>
                  <a:pt x="129147" y="0"/>
                  <a:pt x="137802" y="4700"/>
                  <a:pt x="143248" y="11937"/>
                </a:cubicBezTo>
                <a:close/>
                <a:moveTo>
                  <a:pt x="163989" y="119373"/>
                </a:moveTo>
                <a:lnTo>
                  <a:pt x="218006" y="119373"/>
                </a:lnTo>
                <a:lnTo>
                  <a:pt x="190997" y="73042"/>
                </a:lnTo>
                <a:lnTo>
                  <a:pt x="163989" y="119373"/>
                </a:lnTo>
                <a:close/>
                <a:moveTo>
                  <a:pt x="190997" y="155185"/>
                </a:moveTo>
                <a:cubicBezTo>
                  <a:pt x="167533" y="155185"/>
                  <a:pt x="148023" y="142502"/>
                  <a:pt x="143994" y="125752"/>
                </a:cubicBezTo>
                <a:cubicBezTo>
                  <a:pt x="143024" y="121649"/>
                  <a:pt x="144367" y="117434"/>
                  <a:pt x="146494" y="113778"/>
                </a:cubicBezTo>
                <a:lnTo>
                  <a:pt x="182007" y="52897"/>
                </a:lnTo>
                <a:cubicBezTo>
                  <a:pt x="183872" y="49689"/>
                  <a:pt x="187304" y="47749"/>
                  <a:pt x="190997" y="47749"/>
                </a:cubicBezTo>
                <a:cubicBezTo>
                  <a:pt x="194691" y="47749"/>
                  <a:pt x="198122" y="49726"/>
                  <a:pt x="199988" y="52897"/>
                </a:cubicBezTo>
                <a:lnTo>
                  <a:pt x="235501" y="113778"/>
                </a:lnTo>
                <a:cubicBezTo>
                  <a:pt x="237628" y="117434"/>
                  <a:pt x="238971" y="121649"/>
                  <a:pt x="238001" y="125752"/>
                </a:cubicBezTo>
                <a:cubicBezTo>
                  <a:pt x="233972" y="142465"/>
                  <a:pt x="214462" y="155185"/>
                  <a:pt x="190997" y="155185"/>
                </a:cubicBezTo>
                <a:close/>
                <a:moveTo>
                  <a:pt x="47302" y="73042"/>
                </a:moveTo>
                <a:lnTo>
                  <a:pt x="20293" y="119373"/>
                </a:lnTo>
                <a:lnTo>
                  <a:pt x="74347" y="119373"/>
                </a:lnTo>
                <a:lnTo>
                  <a:pt x="47302" y="73042"/>
                </a:lnTo>
                <a:close/>
                <a:moveTo>
                  <a:pt x="336" y="125752"/>
                </a:moveTo>
                <a:cubicBezTo>
                  <a:pt x="-634" y="121649"/>
                  <a:pt x="709" y="117434"/>
                  <a:pt x="2835" y="113778"/>
                </a:cubicBezTo>
                <a:lnTo>
                  <a:pt x="38349" y="52897"/>
                </a:lnTo>
                <a:cubicBezTo>
                  <a:pt x="40214" y="49689"/>
                  <a:pt x="43646" y="47749"/>
                  <a:pt x="47339" y="47749"/>
                </a:cubicBezTo>
                <a:cubicBezTo>
                  <a:pt x="51032" y="47749"/>
                  <a:pt x="54464" y="49726"/>
                  <a:pt x="56329" y="52897"/>
                </a:cubicBezTo>
                <a:lnTo>
                  <a:pt x="91843" y="113778"/>
                </a:lnTo>
                <a:cubicBezTo>
                  <a:pt x="93969" y="117434"/>
                  <a:pt x="95312" y="121649"/>
                  <a:pt x="94342" y="125752"/>
                </a:cubicBezTo>
                <a:cubicBezTo>
                  <a:pt x="90313" y="142465"/>
                  <a:pt x="70803" y="155185"/>
                  <a:pt x="47339" y="155185"/>
                </a:cubicBezTo>
                <a:cubicBezTo>
                  <a:pt x="23875" y="155185"/>
                  <a:pt x="4365" y="142502"/>
                  <a:pt x="336" y="12575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7122059" y="1472547"/>
            <a:ext cx="471126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Conformitate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896576" y="1854294"/>
            <a:ext cx="4843906" cy="604825"/>
          </a:xfrm>
          <a:custGeom>
            <a:avLst/>
            <a:gdLst/>
            <a:ahLst/>
            <a:cxnLst/>
            <a:rect l="l" t="t" r="r" b="b"/>
            <a:pathLst>
              <a:path w="4843906" h="604825">
                <a:moveTo>
                  <a:pt x="26527" y="0"/>
                </a:moveTo>
                <a:lnTo>
                  <a:pt x="4780242" y="0"/>
                </a:lnTo>
                <a:cubicBezTo>
                  <a:pt x="4815403" y="0"/>
                  <a:pt x="4843906" y="28503"/>
                  <a:pt x="4843906" y="63664"/>
                </a:cubicBezTo>
                <a:lnTo>
                  <a:pt x="4843906" y="541161"/>
                </a:lnTo>
                <a:cubicBezTo>
                  <a:pt x="4843906" y="576322"/>
                  <a:pt x="4815403" y="604825"/>
                  <a:pt x="4780242" y="604825"/>
                </a:cubicBezTo>
                <a:lnTo>
                  <a:pt x="26527" y="604825"/>
                </a:lnTo>
                <a:cubicBezTo>
                  <a:pt x="11877" y="604825"/>
                  <a:pt x="0" y="592948"/>
                  <a:pt x="0" y="578298"/>
                </a:cubicBezTo>
                <a:lnTo>
                  <a:pt x="0" y="26527"/>
                </a:lnTo>
                <a:cubicBezTo>
                  <a:pt x="0" y="11877"/>
                  <a:pt x="11877" y="0"/>
                  <a:pt x="2652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96576" y="1854294"/>
            <a:ext cx="26527" cy="604825"/>
          </a:xfrm>
          <a:custGeom>
            <a:avLst/>
            <a:gdLst/>
            <a:ahLst/>
            <a:cxnLst/>
            <a:rect l="l" t="t" r="r" b="b"/>
            <a:pathLst>
              <a:path w="26527" h="604825">
                <a:moveTo>
                  <a:pt x="26527" y="0"/>
                </a:moveTo>
                <a:lnTo>
                  <a:pt x="26527" y="0"/>
                </a:lnTo>
                <a:lnTo>
                  <a:pt x="26527" y="604825"/>
                </a:lnTo>
                <a:lnTo>
                  <a:pt x="26527" y="604825"/>
                </a:lnTo>
                <a:cubicBezTo>
                  <a:pt x="11877" y="604825"/>
                  <a:pt x="0" y="592948"/>
                  <a:pt x="0" y="578298"/>
                </a:cubicBezTo>
                <a:lnTo>
                  <a:pt x="0" y="26527"/>
                </a:lnTo>
                <a:cubicBezTo>
                  <a:pt x="0" y="11877"/>
                  <a:pt x="11877" y="0"/>
                  <a:pt x="2652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7005310" y="1949765"/>
            <a:ext cx="47112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GDPR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05310" y="2204401"/>
            <a:ext cx="4695352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Protecția datelor personale conform regulamentului UE.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896576" y="2554369"/>
            <a:ext cx="4843906" cy="604825"/>
          </a:xfrm>
          <a:custGeom>
            <a:avLst/>
            <a:gdLst/>
            <a:ahLst/>
            <a:cxnLst/>
            <a:rect l="l" t="t" r="r" b="b"/>
            <a:pathLst>
              <a:path w="4843906" h="604825">
                <a:moveTo>
                  <a:pt x="26527" y="0"/>
                </a:moveTo>
                <a:lnTo>
                  <a:pt x="4780242" y="0"/>
                </a:lnTo>
                <a:cubicBezTo>
                  <a:pt x="4815403" y="0"/>
                  <a:pt x="4843906" y="28503"/>
                  <a:pt x="4843906" y="63664"/>
                </a:cubicBezTo>
                <a:lnTo>
                  <a:pt x="4843906" y="541161"/>
                </a:lnTo>
                <a:cubicBezTo>
                  <a:pt x="4843906" y="576322"/>
                  <a:pt x="4815403" y="604825"/>
                  <a:pt x="4780242" y="604825"/>
                </a:cubicBezTo>
                <a:lnTo>
                  <a:pt x="26527" y="604825"/>
                </a:lnTo>
                <a:cubicBezTo>
                  <a:pt x="11877" y="604825"/>
                  <a:pt x="0" y="592948"/>
                  <a:pt x="0" y="578298"/>
                </a:cubicBezTo>
                <a:lnTo>
                  <a:pt x="0" y="26527"/>
                </a:lnTo>
                <a:cubicBezTo>
                  <a:pt x="0" y="11877"/>
                  <a:pt x="11877" y="0"/>
                  <a:pt x="2652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96576" y="2554369"/>
            <a:ext cx="26527" cy="604825"/>
          </a:xfrm>
          <a:custGeom>
            <a:avLst/>
            <a:gdLst/>
            <a:ahLst/>
            <a:cxnLst/>
            <a:rect l="l" t="t" r="r" b="b"/>
            <a:pathLst>
              <a:path w="26527" h="604825">
                <a:moveTo>
                  <a:pt x="26527" y="0"/>
                </a:moveTo>
                <a:lnTo>
                  <a:pt x="26527" y="0"/>
                </a:lnTo>
                <a:lnTo>
                  <a:pt x="26527" y="604825"/>
                </a:lnTo>
                <a:lnTo>
                  <a:pt x="26527" y="604825"/>
                </a:lnTo>
                <a:cubicBezTo>
                  <a:pt x="11877" y="604825"/>
                  <a:pt x="0" y="592948"/>
                  <a:pt x="0" y="578298"/>
                </a:cubicBezTo>
                <a:lnTo>
                  <a:pt x="0" y="26527"/>
                </a:lnTo>
                <a:cubicBezTo>
                  <a:pt x="0" y="11877"/>
                  <a:pt x="11877" y="0"/>
                  <a:pt x="26527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9" name="Text 47"/>
          <p:cNvSpPr/>
          <p:nvPr/>
        </p:nvSpPr>
        <p:spPr>
          <a:xfrm>
            <a:off x="7005310" y="2649840"/>
            <a:ext cx="47112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Standarde ISO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05310" y="2904476"/>
            <a:ext cx="4695352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27001, ISO 9001 pentru managementul calității.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96576" y="3254444"/>
            <a:ext cx="4843906" cy="604825"/>
          </a:xfrm>
          <a:custGeom>
            <a:avLst/>
            <a:gdLst/>
            <a:ahLst/>
            <a:cxnLst/>
            <a:rect l="l" t="t" r="r" b="b"/>
            <a:pathLst>
              <a:path w="4843906" h="604825">
                <a:moveTo>
                  <a:pt x="26527" y="0"/>
                </a:moveTo>
                <a:lnTo>
                  <a:pt x="4780242" y="0"/>
                </a:lnTo>
                <a:cubicBezTo>
                  <a:pt x="4815403" y="0"/>
                  <a:pt x="4843906" y="28503"/>
                  <a:pt x="4843906" y="63664"/>
                </a:cubicBezTo>
                <a:lnTo>
                  <a:pt x="4843906" y="541161"/>
                </a:lnTo>
                <a:cubicBezTo>
                  <a:pt x="4843906" y="576322"/>
                  <a:pt x="4815403" y="604825"/>
                  <a:pt x="4780242" y="604825"/>
                </a:cubicBezTo>
                <a:lnTo>
                  <a:pt x="26527" y="604825"/>
                </a:lnTo>
                <a:cubicBezTo>
                  <a:pt x="11877" y="604825"/>
                  <a:pt x="0" y="592948"/>
                  <a:pt x="0" y="578298"/>
                </a:cubicBezTo>
                <a:lnTo>
                  <a:pt x="0" y="26527"/>
                </a:lnTo>
                <a:cubicBezTo>
                  <a:pt x="0" y="11877"/>
                  <a:pt x="11877" y="0"/>
                  <a:pt x="2652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96576" y="3254444"/>
            <a:ext cx="26527" cy="604825"/>
          </a:xfrm>
          <a:custGeom>
            <a:avLst/>
            <a:gdLst/>
            <a:ahLst/>
            <a:cxnLst/>
            <a:rect l="l" t="t" r="r" b="b"/>
            <a:pathLst>
              <a:path w="26527" h="604825">
                <a:moveTo>
                  <a:pt x="26527" y="0"/>
                </a:moveTo>
                <a:lnTo>
                  <a:pt x="26527" y="0"/>
                </a:lnTo>
                <a:lnTo>
                  <a:pt x="26527" y="604825"/>
                </a:lnTo>
                <a:lnTo>
                  <a:pt x="26527" y="604825"/>
                </a:lnTo>
                <a:cubicBezTo>
                  <a:pt x="11877" y="604825"/>
                  <a:pt x="0" y="592948"/>
                  <a:pt x="0" y="578298"/>
                </a:cubicBezTo>
                <a:lnTo>
                  <a:pt x="0" y="26527"/>
                </a:lnTo>
                <a:cubicBezTo>
                  <a:pt x="0" y="11877"/>
                  <a:pt x="11877" y="0"/>
                  <a:pt x="2652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7005310" y="3349915"/>
            <a:ext cx="47112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Achiziții Publice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05310" y="3604551"/>
            <a:ext cx="4695352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Sisteme SEAP integrate pentru transparență.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751642" y="4126809"/>
            <a:ext cx="5118023" cy="2014315"/>
          </a:xfrm>
          <a:custGeom>
            <a:avLst/>
            <a:gdLst/>
            <a:ahLst/>
            <a:cxnLst/>
            <a:rect l="l" t="t" r="r" b="b"/>
            <a:pathLst>
              <a:path w="5118023" h="2014315">
                <a:moveTo>
                  <a:pt x="127325" y="0"/>
                </a:moveTo>
                <a:lnTo>
                  <a:pt x="4990698" y="0"/>
                </a:lnTo>
                <a:cubicBezTo>
                  <a:pt x="5061017" y="0"/>
                  <a:pt x="5118023" y="57005"/>
                  <a:pt x="5118023" y="127325"/>
                </a:cubicBezTo>
                <a:lnTo>
                  <a:pt x="5118023" y="1886990"/>
                </a:lnTo>
                <a:cubicBezTo>
                  <a:pt x="5118023" y="1957310"/>
                  <a:pt x="5061017" y="2014315"/>
                  <a:pt x="4990698" y="2014315"/>
                </a:cubicBezTo>
                <a:lnTo>
                  <a:pt x="127325" y="2014315"/>
                </a:lnTo>
                <a:cubicBezTo>
                  <a:pt x="57005" y="2014315"/>
                  <a:pt x="0" y="1957310"/>
                  <a:pt x="0" y="1886990"/>
                </a:cubicBezTo>
                <a:lnTo>
                  <a:pt x="0" y="127325"/>
                </a:lnTo>
                <a:cubicBezTo>
                  <a:pt x="0" y="57052"/>
                  <a:pt x="57052" y="0"/>
                  <a:pt x="12732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93260" y="4290256"/>
            <a:ext cx="179060" cy="159164"/>
          </a:xfrm>
          <a:custGeom>
            <a:avLst/>
            <a:gdLst/>
            <a:ahLst/>
            <a:cxnLst/>
            <a:rect l="l" t="t" r="r" b="b"/>
            <a:pathLst>
              <a:path w="179060" h="159164">
                <a:moveTo>
                  <a:pt x="159289" y="74608"/>
                </a:moveTo>
                <a:lnTo>
                  <a:pt x="104576" y="74608"/>
                </a:lnTo>
                <a:cubicBezTo>
                  <a:pt x="99074" y="74608"/>
                  <a:pt x="94628" y="70163"/>
                  <a:pt x="94628" y="64661"/>
                </a:cubicBezTo>
                <a:lnTo>
                  <a:pt x="94628" y="9948"/>
                </a:lnTo>
                <a:cubicBezTo>
                  <a:pt x="94628" y="4445"/>
                  <a:pt x="99105" y="-62"/>
                  <a:pt x="104545" y="653"/>
                </a:cubicBezTo>
                <a:cubicBezTo>
                  <a:pt x="137808" y="5067"/>
                  <a:pt x="164169" y="31429"/>
                  <a:pt x="168584" y="64692"/>
                </a:cubicBezTo>
                <a:cubicBezTo>
                  <a:pt x="169299" y="70132"/>
                  <a:pt x="164791" y="74608"/>
                  <a:pt x="159289" y="74608"/>
                </a:cubicBezTo>
                <a:close/>
                <a:moveTo>
                  <a:pt x="69199" y="11564"/>
                </a:moveTo>
                <a:cubicBezTo>
                  <a:pt x="74826" y="10383"/>
                  <a:pt x="79707" y="14984"/>
                  <a:pt x="79707" y="20735"/>
                </a:cubicBezTo>
                <a:lnTo>
                  <a:pt x="79707" y="82069"/>
                </a:lnTo>
                <a:cubicBezTo>
                  <a:pt x="79707" y="83810"/>
                  <a:pt x="80328" y="85489"/>
                  <a:pt x="81416" y="86825"/>
                </a:cubicBezTo>
                <a:lnTo>
                  <a:pt x="122482" y="136378"/>
                </a:lnTo>
                <a:cubicBezTo>
                  <a:pt x="126119" y="140761"/>
                  <a:pt x="125342" y="147383"/>
                  <a:pt x="120337" y="150087"/>
                </a:cubicBezTo>
                <a:cubicBezTo>
                  <a:pt x="109736" y="155869"/>
                  <a:pt x="97582" y="159164"/>
                  <a:pt x="84680" y="159164"/>
                </a:cubicBezTo>
                <a:cubicBezTo>
                  <a:pt x="43490" y="159164"/>
                  <a:pt x="10072" y="125746"/>
                  <a:pt x="10072" y="84556"/>
                </a:cubicBezTo>
                <a:cubicBezTo>
                  <a:pt x="10072" y="48651"/>
                  <a:pt x="35408" y="18683"/>
                  <a:pt x="69199" y="11564"/>
                </a:cubicBezTo>
                <a:close/>
                <a:moveTo>
                  <a:pt x="148533" y="89530"/>
                </a:moveTo>
                <a:lnTo>
                  <a:pt x="168428" y="89530"/>
                </a:lnTo>
                <a:cubicBezTo>
                  <a:pt x="174179" y="89530"/>
                  <a:pt x="178780" y="94411"/>
                  <a:pt x="177599" y="100037"/>
                </a:cubicBezTo>
                <a:cubicBezTo>
                  <a:pt x="174428" y="115083"/>
                  <a:pt x="166719" y="128451"/>
                  <a:pt x="155963" y="138647"/>
                </a:cubicBezTo>
                <a:cubicBezTo>
                  <a:pt x="152139" y="142284"/>
                  <a:pt x="146139" y="141507"/>
                  <a:pt x="142782" y="137435"/>
                </a:cubicBezTo>
                <a:lnTo>
                  <a:pt x="116544" y="105820"/>
                </a:lnTo>
                <a:cubicBezTo>
                  <a:pt x="111166" y="99322"/>
                  <a:pt x="115798" y="89530"/>
                  <a:pt x="124192" y="89530"/>
                </a:cubicBezTo>
                <a:lnTo>
                  <a:pt x="148502" y="89530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7" name="Text 55"/>
          <p:cNvSpPr/>
          <p:nvPr/>
        </p:nvSpPr>
        <p:spPr>
          <a:xfrm>
            <a:off x="7082268" y="4258478"/>
            <a:ext cx="4735144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883312" y="4576671"/>
            <a:ext cx="2379509" cy="668491"/>
          </a:xfrm>
          <a:custGeom>
            <a:avLst/>
            <a:gdLst/>
            <a:ahLst/>
            <a:cxnLst/>
            <a:rect l="l" t="t" r="r" b="b"/>
            <a:pathLst>
              <a:path w="2379509" h="668491">
                <a:moveTo>
                  <a:pt x="95501" y="0"/>
                </a:moveTo>
                <a:lnTo>
                  <a:pt x="2284009" y="0"/>
                </a:lnTo>
                <a:cubicBezTo>
                  <a:pt x="2336752" y="0"/>
                  <a:pt x="2379509" y="42757"/>
                  <a:pt x="2379509" y="95501"/>
                </a:cubicBezTo>
                <a:lnTo>
                  <a:pt x="2379509" y="572990"/>
                </a:lnTo>
                <a:cubicBezTo>
                  <a:pt x="2379509" y="625734"/>
                  <a:pt x="2336752" y="668491"/>
                  <a:pt x="2284009" y="668491"/>
                </a:cubicBezTo>
                <a:lnTo>
                  <a:pt x="95501" y="668491"/>
                </a:lnTo>
                <a:cubicBezTo>
                  <a:pt x="42757" y="668491"/>
                  <a:pt x="0" y="625734"/>
                  <a:pt x="0" y="57299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919096" y="4672142"/>
            <a:ext cx="2307885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50929" y="4990331"/>
            <a:ext cx="2244219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Creștere formulare digitale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359895" y="4576671"/>
            <a:ext cx="2379509" cy="668491"/>
          </a:xfrm>
          <a:custGeom>
            <a:avLst/>
            <a:gdLst/>
            <a:ahLst/>
            <a:cxnLst/>
            <a:rect l="l" t="t" r="r" b="b"/>
            <a:pathLst>
              <a:path w="2379509" h="668491">
                <a:moveTo>
                  <a:pt x="95501" y="0"/>
                </a:moveTo>
                <a:lnTo>
                  <a:pt x="2284009" y="0"/>
                </a:lnTo>
                <a:cubicBezTo>
                  <a:pt x="2336752" y="0"/>
                  <a:pt x="2379509" y="42757"/>
                  <a:pt x="2379509" y="95501"/>
                </a:cubicBezTo>
                <a:lnTo>
                  <a:pt x="2379509" y="572990"/>
                </a:lnTo>
                <a:cubicBezTo>
                  <a:pt x="2379509" y="625734"/>
                  <a:pt x="2336752" y="668491"/>
                  <a:pt x="2284009" y="668491"/>
                </a:cubicBezTo>
                <a:lnTo>
                  <a:pt x="95501" y="668491"/>
                </a:lnTo>
                <a:cubicBezTo>
                  <a:pt x="42757" y="668491"/>
                  <a:pt x="0" y="625734"/>
                  <a:pt x="0" y="57299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395679" y="4672142"/>
            <a:ext cx="2307885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427512" y="4990331"/>
            <a:ext cx="2244219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Platforme online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883312" y="5340299"/>
            <a:ext cx="2379509" cy="668491"/>
          </a:xfrm>
          <a:custGeom>
            <a:avLst/>
            <a:gdLst/>
            <a:ahLst/>
            <a:cxnLst/>
            <a:rect l="l" t="t" r="r" b="b"/>
            <a:pathLst>
              <a:path w="2379509" h="668491">
                <a:moveTo>
                  <a:pt x="95501" y="0"/>
                </a:moveTo>
                <a:lnTo>
                  <a:pt x="2284009" y="0"/>
                </a:lnTo>
                <a:cubicBezTo>
                  <a:pt x="2336752" y="0"/>
                  <a:pt x="2379509" y="42757"/>
                  <a:pt x="2379509" y="95501"/>
                </a:cubicBezTo>
                <a:lnTo>
                  <a:pt x="2379509" y="572990"/>
                </a:lnTo>
                <a:cubicBezTo>
                  <a:pt x="2379509" y="625734"/>
                  <a:pt x="2336752" y="668491"/>
                  <a:pt x="2284009" y="668491"/>
                </a:cubicBezTo>
                <a:lnTo>
                  <a:pt x="95501" y="668491"/>
                </a:lnTo>
                <a:cubicBezTo>
                  <a:pt x="42757" y="668491"/>
                  <a:pt x="0" y="625734"/>
                  <a:pt x="0" y="57299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919096" y="5435770"/>
            <a:ext cx="2307885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950929" y="5753963"/>
            <a:ext cx="2244219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Reducere timp procesare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359895" y="5340299"/>
            <a:ext cx="2379509" cy="668491"/>
          </a:xfrm>
          <a:custGeom>
            <a:avLst/>
            <a:gdLst/>
            <a:ahLst/>
            <a:cxnLst/>
            <a:rect l="l" t="t" r="r" b="b"/>
            <a:pathLst>
              <a:path w="2379509" h="668491">
                <a:moveTo>
                  <a:pt x="95501" y="0"/>
                </a:moveTo>
                <a:lnTo>
                  <a:pt x="2284009" y="0"/>
                </a:lnTo>
                <a:cubicBezTo>
                  <a:pt x="2336752" y="0"/>
                  <a:pt x="2379509" y="42757"/>
                  <a:pt x="2379509" y="95501"/>
                </a:cubicBezTo>
                <a:lnTo>
                  <a:pt x="2379509" y="572990"/>
                </a:lnTo>
                <a:cubicBezTo>
                  <a:pt x="2379509" y="625734"/>
                  <a:pt x="2336752" y="668491"/>
                  <a:pt x="2284009" y="668491"/>
                </a:cubicBezTo>
                <a:lnTo>
                  <a:pt x="95501" y="668491"/>
                </a:lnTo>
                <a:cubicBezTo>
                  <a:pt x="42757" y="668491"/>
                  <a:pt x="0" y="625734"/>
                  <a:pt x="0" y="57299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9395679" y="5435770"/>
            <a:ext cx="2307885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427512" y="5753963"/>
            <a:ext cx="2244219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Disponibilitate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22750" y="6244443"/>
            <a:ext cx="11548268" cy="613668"/>
          </a:xfrm>
          <a:custGeom>
            <a:avLst/>
            <a:gdLst/>
            <a:ahLst/>
            <a:cxnLst/>
            <a:rect l="l" t="t" r="r" b="b"/>
            <a:pathLst>
              <a:path w="11548268" h="613668">
                <a:moveTo>
                  <a:pt x="95499" y="0"/>
                </a:moveTo>
                <a:lnTo>
                  <a:pt x="11452769" y="0"/>
                </a:lnTo>
                <a:cubicBezTo>
                  <a:pt x="11505512" y="0"/>
                  <a:pt x="11548268" y="42756"/>
                  <a:pt x="11548268" y="95499"/>
                </a:cubicBezTo>
                <a:lnTo>
                  <a:pt x="11548268" y="518169"/>
                </a:lnTo>
                <a:cubicBezTo>
                  <a:pt x="11548268" y="570911"/>
                  <a:pt x="11505512" y="613668"/>
                  <a:pt x="11452769" y="613668"/>
                </a:cubicBezTo>
                <a:lnTo>
                  <a:pt x="95499" y="613668"/>
                </a:lnTo>
                <a:cubicBezTo>
                  <a:pt x="42792" y="613668"/>
                  <a:pt x="0" y="570876"/>
                  <a:pt x="0" y="518169"/>
                </a:cubicBezTo>
                <a:lnTo>
                  <a:pt x="0" y="95499"/>
                </a:lnTo>
                <a:cubicBezTo>
                  <a:pt x="0" y="42792"/>
                  <a:pt x="42792" y="0"/>
                  <a:pt x="954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60A5FA">
                  <a:alpha val="10000"/>
                </a:srgbClr>
              </a:gs>
            </a:gsLst>
            <a:lin ang="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2643" y="6455834"/>
            <a:ext cx="238747" cy="190997"/>
          </a:xfrm>
          <a:custGeom>
            <a:avLst/>
            <a:gdLst/>
            <a:ahLst/>
            <a:cxnLst/>
            <a:rect l="l" t="t" r="r" b="b"/>
            <a:pathLst>
              <a:path w="238747" h="190997">
                <a:moveTo>
                  <a:pt x="119373" y="5969"/>
                </a:moveTo>
                <a:cubicBezTo>
                  <a:pt x="140786" y="5969"/>
                  <a:pt x="158170" y="23353"/>
                  <a:pt x="158170" y="44765"/>
                </a:cubicBezTo>
                <a:cubicBezTo>
                  <a:pt x="158170" y="66177"/>
                  <a:pt x="140786" y="83561"/>
                  <a:pt x="119373" y="83561"/>
                </a:cubicBezTo>
                <a:cubicBezTo>
                  <a:pt x="97961" y="83561"/>
                  <a:pt x="80577" y="66177"/>
                  <a:pt x="80577" y="44765"/>
                </a:cubicBezTo>
                <a:cubicBezTo>
                  <a:pt x="80577" y="23353"/>
                  <a:pt x="97961" y="5969"/>
                  <a:pt x="119373" y="5969"/>
                </a:cubicBezTo>
                <a:close/>
                <a:moveTo>
                  <a:pt x="35812" y="32828"/>
                </a:moveTo>
                <a:cubicBezTo>
                  <a:pt x="50636" y="32828"/>
                  <a:pt x="62671" y="44863"/>
                  <a:pt x="62671" y="59687"/>
                </a:cubicBezTo>
                <a:cubicBezTo>
                  <a:pt x="62671" y="74511"/>
                  <a:pt x="50636" y="86546"/>
                  <a:pt x="35812" y="86546"/>
                </a:cubicBezTo>
                <a:cubicBezTo>
                  <a:pt x="20988" y="86546"/>
                  <a:pt x="8953" y="74511"/>
                  <a:pt x="8953" y="59687"/>
                </a:cubicBezTo>
                <a:cubicBezTo>
                  <a:pt x="8953" y="44863"/>
                  <a:pt x="20988" y="32828"/>
                  <a:pt x="35812" y="32828"/>
                </a:cubicBezTo>
                <a:close/>
                <a:moveTo>
                  <a:pt x="0" y="155185"/>
                </a:moveTo>
                <a:cubicBezTo>
                  <a:pt x="0" y="128811"/>
                  <a:pt x="21375" y="107436"/>
                  <a:pt x="47749" y="107436"/>
                </a:cubicBezTo>
                <a:cubicBezTo>
                  <a:pt x="52524" y="107436"/>
                  <a:pt x="57150" y="108145"/>
                  <a:pt x="61515" y="109450"/>
                </a:cubicBezTo>
                <a:cubicBezTo>
                  <a:pt x="49242" y="123178"/>
                  <a:pt x="41781" y="141308"/>
                  <a:pt x="41781" y="161154"/>
                </a:cubicBezTo>
                <a:lnTo>
                  <a:pt x="41781" y="167123"/>
                </a:lnTo>
                <a:cubicBezTo>
                  <a:pt x="41781" y="171375"/>
                  <a:pt x="42676" y="175404"/>
                  <a:pt x="44280" y="179060"/>
                </a:cubicBezTo>
                <a:lnTo>
                  <a:pt x="11937" y="179060"/>
                </a:lnTo>
                <a:cubicBezTo>
                  <a:pt x="5334" y="179060"/>
                  <a:pt x="0" y="173726"/>
                  <a:pt x="0" y="167123"/>
                </a:cubicBezTo>
                <a:lnTo>
                  <a:pt x="0" y="155185"/>
                </a:lnTo>
                <a:close/>
                <a:moveTo>
                  <a:pt x="194467" y="179060"/>
                </a:moveTo>
                <a:cubicBezTo>
                  <a:pt x="196071" y="175404"/>
                  <a:pt x="196966" y="171375"/>
                  <a:pt x="196966" y="167123"/>
                </a:cubicBezTo>
                <a:lnTo>
                  <a:pt x="196966" y="161154"/>
                </a:lnTo>
                <a:cubicBezTo>
                  <a:pt x="196966" y="141308"/>
                  <a:pt x="189505" y="123178"/>
                  <a:pt x="177232" y="109450"/>
                </a:cubicBezTo>
                <a:cubicBezTo>
                  <a:pt x="181597" y="108145"/>
                  <a:pt x="186222" y="107436"/>
                  <a:pt x="190997" y="107436"/>
                </a:cubicBezTo>
                <a:cubicBezTo>
                  <a:pt x="217371" y="107436"/>
                  <a:pt x="238747" y="128811"/>
                  <a:pt x="238747" y="155185"/>
                </a:cubicBezTo>
                <a:lnTo>
                  <a:pt x="238747" y="167123"/>
                </a:lnTo>
                <a:cubicBezTo>
                  <a:pt x="238747" y="173726"/>
                  <a:pt x="233412" y="179060"/>
                  <a:pt x="226809" y="179060"/>
                </a:cubicBezTo>
                <a:lnTo>
                  <a:pt x="194467" y="179060"/>
                </a:lnTo>
                <a:close/>
                <a:moveTo>
                  <a:pt x="176076" y="59687"/>
                </a:moveTo>
                <a:cubicBezTo>
                  <a:pt x="176076" y="44863"/>
                  <a:pt x="188111" y="32828"/>
                  <a:pt x="202935" y="32828"/>
                </a:cubicBezTo>
                <a:cubicBezTo>
                  <a:pt x="217759" y="32828"/>
                  <a:pt x="229794" y="44863"/>
                  <a:pt x="229794" y="59687"/>
                </a:cubicBezTo>
                <a:cubicBezTo>
                  <a:pt x="229794" y="74511"/>
                  <a:pt x="217759" y="86546"/>
                  <a:pt x="202935" y="86546"/>
                </a:cubicBezTo>
                <a:cubicBezTo>
                  <a:pt x="188111" y="86546"/>
                  <a:pt x="176076" y="74511"/>
                  <a:pt x="176076" y="59687"/>
                </a:cubicBezTo>
                <a:close/>
                <a:moveTo>
                  <a:pt x="59687" y="161154"/>
                </a:moveTo>
                <a:cubicBezTo>
                  <a:pt x="59687" y="128177"/>
                  <a:pt x="86396" y="101467"/>
                  <a:pt x="119373" y="101467"/>
                </a:cubicBezTo>
                <a:cubicBezTo>
                  <a:pt x="152350" y="101467"/>
                  <a:pt x="179060" y="128177"/>
                  <a:pt x="179060" y="161154"/>
                </a:cubicBezTo>
                <a:lnTo>
                  <a:pt x="179060" y="167123"/>
                </a:lnTo>
                <a:cubicBezTo>
                  <a:pt x="179060" y="173726"/>
                  <a:pt x="173726" y="179060"/>
                  <a:pt x="167123" y="179060"/>
                </a:cubicBezTo>
                <a:lnTo>
                  <a:pt x="71624" y="179060"/>
                </a:lnTo>
                <a:cubicBezTo>
                  <a:pt x="65021" y="179060"/>
                  <a:pt x="59687" y="173726"/>
                  <a:pt x="59687" y="167123"/>
                </a:cubicBezTo>
                <a:lnTo>
                  <a:pt x="59687" y="16115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2" name="Text 70"/>
          <p:cNvSpPr/>
          <p:nvPr/>
        </p:nvSpPr>
        <p:spPr>
          <a:xfrm>
            <a:off x="788500" y="6344337"/>
            <a:ext cx="2833128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Servicii pentru Comunitate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88500" y="6567195"/>
            <a:ext cx="282517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Transparență • Accesibilitate • Eficiență • Încredere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046816" y="6344473"/>
            <a:ext cx="1726935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4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086608" y="6598973"/>
            <a:ext cx="168714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7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creștere complexitate documente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yoroflow.com/0d19d3500c5ac31e57f413e2ce8357b415fc4663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628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A1628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17500"/>
            <a:ext cx="63500" cy="508000"/>
          </a:xfrm>
          <a:custGeom>
            <a:avLst/>
            <a:gdLst/>
            <a:ahLst/>
            <a:cxnLst/>
            <a:rect l="l" t="t" r="r" b="b"/>
            <a:pathLst>
              <a:path w="63500" h="508000">
                <a:moveTo>
                  <a:pt x="0" y="0"/>
                </a:moveTo>
                <a:lnTo>
                  <a:pt x="63500" y="0"/>
                </a:lnTo>
                <a:lnTo>
                  <a:pt x="6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07807" y="380891"/>
            <a:ext cx="268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FinTech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888833"/>
            <a:ext cx="11557000" cy="31750"/>
          </a:xfrm>
          <a:custGeom>
            <a:avLst/>
            <a:gdLst/>
            <a:ahLst/>
            <a:cxnLst/>
            <a:rect l="l" t="t" r="r" b="b"/>
            <a:pathLst>
              <a:path w="11557000" h="31750">
                <a:moveTo>
                  <a:pt x="0" y="0"/>
                </a:moveTo>
                <a:lnTo>
                  <a:pt x="11557000" y="0"/>
                </a:lnTo>
                <a:lnTo>
                  <a:pt x="11557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17500" y="983921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Tehnologie financiară pentru inovație și securitate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1910" y="1337386"/>
            <a:ext cx="6263569" cy="2136069"/>
          </a:xfrm>
          <a:custGeom>
            <a:avLst/>
            <a:gdLst/>
            <a:ahLst/>
            <a:cxnLst/>
            <a:rect l="l" t="t" r="r" b="b"/>
            <a:pathLst>
              <a:path w="6263569" h="2136069">
                <a:moveTo>
                  <a:pt x="126989" y="0"/>
                </a:moveTo>
                <a:lnTo>
                  <a:pt x="6136580" y="0"/>
                </a:lnTo>
                <a:cubicBezTo>
                  <a:pt x="6206714" y="0"/>
                  <a:pt x="6263569" y="56855"/>
                  <a:pt x="6263569" y="126989"/>
                </a:cubicBezTo>
                <a:lnTo>
                  <a:pt x="6263569" y="2009080"/>
                </a:lnTo>
                <a:cubicBezTo>
                  <a:pt x="6263569" y="2079214"/>
                  <a:pt x="6206714" y="2136069"/>
                  <a:pt x="6136580" y="2136069"/>
                </a:cubicBezTo>
                <a:lnTo>
                  <a:pt x="126989" y="2136069"/>
                </a:lnTo>
                <a:cubicBezTo>
                  <a:pt x="56855" y="2136069"/>
                  <a:pt x="0" y="2079214"/>
                  <a:pt x="0" y="2009080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049" y="150040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91362" y="1468713"/>
            <a:ext cx="585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Banking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3237" y="1849465"/>
            <a:ext cx="2952750" cy="698500"/>
          </a:xfrm>
          <a:custGeom>
            <a:avLst/>
            <a:gdLst/>
            <a:ahLst/>
            <a:cxnLst/>
            <a:rect l="l" t="t" r="r" b="b"/>
            <a:pathLst>
              <a:path w="2952750" h="698500">
                <a:moveTo>
                  <a:pt x="95247" y="0"/>
                </a:moveTo>
                <a:lnTo>
                  <a:pt x="2857503" y="0"/>
                </a:lnTo>
                <a:cubicBezTo>
                  <a:pt x="2910106" y="0"/>
                  <a:pt x="2952750" y="42644"/>
                  <a:pt x="2952750" y="95247"/>
                </a:cubicBezTo>
                <a:lnTo>
                  <a:pt x="2952750" y="603253"/>
                </a:lnTo>
                <a:cubicBezTo>
                  <a:pt x="2952750" y="655856"/>
                  <a:pt x="2910106" y="698500"/>
                  <a:pt x="28575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48459" y="1944688"/>
            <a:ext cx="2881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459" y="2293744"/>
            <a:ext cx="281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Consumatori așteaptă conectivitate între bănci și aplicații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99528" y="1849465"/>
            <a:ext cx="2952750" cy="698500"/>
          </a:xfrm>
          <a:custGeom>
            <a:avLst/>
            <a:gdLst/>
            <a:ahLst/>
            <a:cxnLst/>
            <a:rect l="l" t="t" r="r" b="b"/>
            <a:pathLst>
              <a:path w="2952750" h="698500">
                <a:moveTo>
                  <a:pt x="95247" y="0"/>
                </a:moveTo>
                <a:lnTo>
                  <a:pt x="2857503" y="0"/>
                </a:lnTo>
                <a:cubicBezTo>
                  <a:pt x="2910106" y="0"/>
                  <a:pt x="2952750" y="42644"/>
                  <a:pt x="2952750" y="95247"/>
                </a:cubicBezTo>
                <a:lnTo>
                  <a:pt x="2952750" y="603253"/>
                </a:lnTo>
                <a:cubicBezTo>
                  <a:pt x="2952750" y="655856"/>
                  <a:pt x="2910106" y="698500"/>
                  <a:pt x="28575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594751" y="1944688"/>
            <a:ext cx="2881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4751" y="2293744"/>
            <a:ext cx="281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Prioritate la alegerea unei bănci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3237" y="2642800"/>
            <a:ext cx="2952750" cy="698500"/>
          </a:xfrm>
          <a:custGeom>
            <a:avLst/>
            <a:gdLst/>
            <a:ahLst/>
            <a:cxnLst/>
            <a:rect l="l" t="t" r="r" b="b"/>
            <a:pathLst>
              <a:path w="2952750" h="698500">
                <a:moveTo>
                  <a:pt x="95247" y="0"/>
                </a:moveTo>
                <a:lnTo>
                  <a:pt x="2857503" y="0"/>
                </a:lnTo>
                <a:cubicBezTo>
                  <a:pt x="2910106" y="0"/>
                  <a:pt x="2952750" y="42644"/>
                  <a:pt x="2952750" y="95247"/>
                </a:cubicBezTo>
                <a:lnTo>
                  <a:pt x="2952750" y="603253"/>
                </a:lnTo>
                <a:cubicBezTo>
                  <a:pt x="2952750" y="655856"/>
                  <a:pt x="2910106" y="698500"/>
                  <a:pt x="28575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48459" y="2738023"/>
            <a:ext cx="2881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66%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459" y="3087083"/>
            <a:ext cx="281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 schimba banca pentru conectivitate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99528" y="2642800"/>
            <a:ext cx="2952750" cy="698500"/>
          </a:xfrm>
          <a:custGeom>
            <a:avLst/>
            <a:gdLst/>
            <a:ahLst/>
            <a:cxnLst/>
            <a:rect l="l" t="t" r="r" b="b"/>
            <a:pathLst>
              <a:path w="2952750" h="698500">
                <a:moveTo>
                  <a:pt x="95247" y="0"/>
                </a:moveTo>
                <a:lnTo>
                  <a:pt x="2857503" y="0"/>
                </a:lnTo>
                <a:cubicBezTo>
                  <a:pt x="2910106" y="0"/>
                  <a:pt x="2952750" y="42644"/>
                  <a:pt x="2952750" y="95247"/>
                </a:cubicBezTo>
                <a:lnTo>
                  <a:pt x="2952750" y="603253"/>
                </a:lnTo>
                <a:cubicBezTo>
                  <a:pt x="2952750" y="655856"/>
                  <a:pt x="2910106" y="698500"/>
                  <a:pt x="28575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594751" y="2738023"/>
            <a:ext cx="2881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594751" y="3087083"/>
            <a:ext cx="281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Încredere doar în bănci conectate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1910" y="3607980"/>
            <a:ext cx="6263569" cy="2517069"/>
          </a:xfrm>
          <a:custGeom>
            <a:avLst/>
            <a:gdLst/>
            <a:ahLst/>
            <a:cxnLst/>
            <a:rect l="l" t="t" r="r" b="b"/>
            <a:pathLst>
              <a:path w="6263569" h="2517069">
                <a:moveTo>
                  <a:pt x="127011" y="0"/>
                </a:moveTo>
                <a:lnTo>
                  <a:pt x="6136558" y="0"/>
                </a:lnTo>
                <a:cubicBezTo>
                  <a:pt x="6206705" y="0"/>
                  <a:pt x="6263569" y="56865"/>
                  <a:pt x="6263569" y="127011"/>
                </a:cubicBezTo>
                <a:lnTo>
                  <a:pt x="6263569" y="2390058"/>
                </a:lnTo>
                <a:cubicBezTo>
                  <a:pt x="6263569" y="2460205"/>
                  <a:pt x="6206705" y="2517069"/>
                  <a:pt x="6136558" y="2517069"/>
                </a:cubicBezTo>
                <a:lnTo>
                  <a:pt x="127011" y="2517069"/>
                </a:lnTo>
                <a:cubicBezTo>
                  <a:pt x="56865" y="2517069"/>
                  <a:pt x="0" y="2460205"/>
                  <a:pt x="0" y="2390058"/>
                </a:cubicBezTo>
                <a:lnTo>
                  <a:pt x="0" y="127011"/>
                </a:lnTo>
                <a:cubicBezTo>
                  <a:pt x="0" y="56912"/>
                  <a:pt x="56912" y="0"/>
                  <a:pt x="12701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7049" y="37710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5" name="Text 22"/>
          <p:cNvSpPr/>
          <p:nvPr/>
        </p:nvSpPr>
        <p:spPr>
          <a:xfrm>
            <a:off x="691362" y="3739307"/>
            <a:ext cx="585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Plăți Instant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3237" y="4088363"/>
            <a:ext cx="6000750" cy="571500"/>
          </a:xfrm>
          <a:custGeom>
            <a:avLst/>
            <a:gdLst/>
            <a:ahLst/>
            <a:cxnLst/>
            <a:rect l="l" t="t" r="r" b="b"/>
            <a:pathLst>
              <a:path w="6000750" h="571500">
                <a:moveTo>
                  <a:pt x="63499" y="0"/>
                </a:moveTo>
                <a:lnTo>
                  <a:pt x="5937251" y="0"/>
                </a:lnTo>
                <a:cubicBezTo>
                  <a:pt x="5972320" y="0"/>
                  <a:pt x="6000750" y="28430"/>
                  <a:pt x="6000750" y="63499"/>
                </a:cubicBezTo>
                <a:lnTo>
                  <a:pt x="6000750" y="508001"/>
                </a:lnTo>
                <a:cubicBezTo>
                  <a:pt x="6000750" y="543070"/>
                  <a:pt x="5972320" y="571500"/>
                  <a:pt x="5937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48459" y="4183586"/>
            <a:ext cx="1039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RTP Network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459" y="4405863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Time Payments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610655" y="4183586"/>
            <a:ext cx="746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+28%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658280" y="4437423"/>
            <a:ext cx="698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 tranzacții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53237" y="4754923"/>
            <a:ext cx="6000750" cy="571500"/>
          </a:xfrm>
          <a:custGeom>
            <a:avLst/>
            <a:gdLst/>
            <a:ahLst/>
            <a:cxnLst/>
            <a:rect l="l" t="t" r="r" b="b"/>
            <a:pathLst>
              <a:path w="6000750" h="571500">
                <a:moveTo>
                  <a:pt x="63499" y="0"/>
                </a:moveTo>
                <a:lnTo>
                  <a:pt x="5937251" y="0"/>
                </a:lnTo>
                <a:cubicBezTo>
                  <a:pt x="5972320" y="0"/>
                  <a:pt x="6000750" y="28430"/>
                  <a:pt x="6000750" y="63499"/>
                </a:cubicBezTo>
                <a:lnTo>
                  <a:pt x="6000750" y="508001"/>
                </a:lnTo>
                <a:cubicBezTo>
                  <a:pt x="6000750" y="543070"/>
                  <a:pt x="5972320" y="571500"/>
                  <a:pt x="5937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48459" y="4850142"/>
            <a:ext cx="1214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FedNow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459" y="5072423"/>
            <a:ext cx="119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plăți instant SUA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566145" y="4850142"/>
            <a:ext cx="785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+405%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613770" y="5103979"/>
            <a:ext cx="738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valoare tranzacții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53237" y="5421479"/>
            <a:ext cx="6000750" cy="571500"/>
          </a:xfrm>
          <a:custGeom>
            <a:avLst/>
            <a:gdLst/>
            <a:ahLst/>
            <a:cxnLst/>
            <a:rect l="l" t="t" r="r" b="b"/>
            <a:pathLst>
              <a:path w="6000750" h="571500">
                <a:moveTo>
                  <a:pt x="63499" y="0"/>
                </a:moveTo>
                <a:lnTo>
                  <a:pt x="5937251" y="0"/>
                </a:lnTo>
                <a:cubicBezTo>
                  <a:pt x="5972320" y="0"/>
                  <a:pt x="6000750" y="28430"/>
                  <a:pt x="6000750" y="63499"/>
                </a:cubicBezTo>
                <a:lnTo>
                  <a:pt x="6000750" y="508001"/>
                </a:lnTo>
                <a:cubicBezTo>
                  <a:pt x="6000750" y="543070"/>
                  <a:pt x="5972320" y="571500"/>
                  <a:pt x="5937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48459" y="5516702"/>
            <a:ext cx="159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P2P Payments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459" y="5738979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Plăți de la persoană la persoană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325953" y="5516702"/>
            <a:ext cx="1031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184M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373578" y="5770535"/>
            <a:ext cx="984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utilizatori până în 2026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749631" y="1337386"/>
            <a:ext cx="5120569" cy="3247319"/>
          </a:xfrm>
          <a:custGeom>
            <a:avLst/>
            <a:gdLst/>
            <a:ahLst/>
            <a:cxnLst/>
            <a:rect l="l" t="t" r="r" b="b"/>
            <a:pathLst>
              <a:path w="5120569" h="3247319">
                <a:moveTo>
                  <a:pt x="127003" y="0"/>
                </a:moveTo>
                <a:lnTo>
                  <a:pt x="4993567" y="0"/>
                </a:lnTo>
                <a:cubicBezTo>
                  <a:pt x="5063708" y="0"/>
                  <a:pt x="5120569" y="56861"/>
                  <a:pt x="5120569" y="127003"/>
                </a:cubicBezTo>
                <a:lnTo>
                  <a:pt x="5120569" y="3120317"/>
                </a:lnTo>
                <a:cubicBezTo>
                  <a:pt x="5120569" y="3190458"/>
                  <a:pt x="5063708" y="3247319"/>
                  <a:pt x="4993567" y="3247319"/>
                </a:cubicBezTo>
                <a:lnTo>
                  <a:pt x="127003" y="3247319"/>
                </a:lnTo>
                <a:cubicBezTo>
                  <a:pt x="56861" y="3247319"/>
                  <a:pt x="0" y="3190458"/>
                  <a:pt x="0" y="3120317"/>
                </a:cubicBezTo>
                <a:lnTo>
                  <a:pt x="0" y="127003"/>
                </a:lnTo>
                <a:cubicBezTo>
                  <a:pt x="0" y="56861"/>
                  <a:pt x="56861" y="0"/>
                  <a:pt x="1270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880958" y="150040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0"/>
          <p:cNvSpPr/>
          <p:nvPr/>
        </p:nvSpPr>
        <p:spPr>
          <a:xfrm>
            <a:off x="7119083" y="1468713"/>
            <a:ext cx="471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în FinTech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894188" y="1849465"/>
            <a:ext cx="4847167" cy="889000"/>
          </a:xfrm>
          <a:custGeom>
            <a:avLst/>
            <a:gdLst/>
            <a:ahLst/>
            <a:cxnLst/>
            <a:rect l="l" t="t" r="r" b="b"/>
            <a:pathLst>
              <a:path w="4847167" h="889000">
                <a:moveTo>
                  <a:pt x="26458" y="0"/>
                </a:moveTo>
                <a:lnTo>
                  <a:pt x="4783665" y="0"/>
                </a:lnTo>
                <a:cubicBezTo>
                  <a:pt x="4818736" y="0"/>
                  <a:pt x="4847167" y="28430"/>
                  <a:pt x="4847167" y="63501"/>
                </a:cubicBezTo>
                <a:lnTo>
                  <a:pt x="4847167" y="825499"/>
                </a:lnTo>
                <a:cubicBezTo>
                  <a:pt x="4847167" y="860570"/>
                  <a:pt x="4818736" y="889000"/>
                  <a:pt x="4783665" y="889000"/>
                </a:cubicBezTo>
                <a:lnTo>
                  <a:pt x="26458" y="889000"/>
                </a:lnTo>
                <a:cubicBezTo>
                  <a:pt x="11846" y="889000"/>
                  <a:pt x="0" y="877154"/>
                  <a:pt x="0" y="862542"/>
                </a:cubicBezTo>
                <a:lnTo>
                  <a:pt x="0" y="26458"/>
                </a:lnTo>
                <a:cubicBezTo>
                  <a:pt x="0" y="11856"/>
                  <a:pt x="11856" y="0"/>
                  <a:pt x="2645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894188" y="1849465"/>
            <a:ext cx="26458" cy="889000"/>
          </a:xfrm>
          <a:custGeom>
            <a:avLst/>
            <a:gdLst/>
            <a:ahLst/>
            <a:cxnLst/>
            <a:rect l="l" t="t" r="r" b="b"/>
            <a:pathLst>
              <a:path w="26458" h="889000">
                <a:moveTo>
                  <a:pt x="26458" y="0"/>
                </a:moveTo>
                <a:lnTo>
                  <a:pt x="26458" y="0"/>
                </a:lnTo>
                <a:lnTo>
                  <a:pt x="26458" y="889000"/>
                </a:lnTo>
                <a:lnTo>
                  <a:pt x="26458" y="889000"/>
                </a:lnTo>
                <a:cubicBezTo>
                  <a:pt x="11846" y="889000"/>
                  <a:pt x="0" y="877154"/>
                  <a:pt x="0" y="862542"/>
                </a:cubicBezTo>
                <a:lnTo>
                  <a:pt x="0" y="26458"/>
                </a:lnTo>
                <a:cubicBezTo>
                  <a:pt x="0" y="11856"/>
                  <a:pt x="11856" y="0"/>
                  <a:pt x="2645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7002639" y="1944688"/>
            <a:ext cx="471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Prevenire Fraudă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002639" y="2198660"/>
            <a:ext cx="469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detectează anomalii în timp real.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002639" y="2452358"/>
            <a:ext cx="769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Pierderi evitate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216818" y="2420662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$12.5B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894188" y="2833246"/>
            <a:ext cx="4847167" cy="603250"/>
          </a:xfrm>
          <a:custGeom>
            <a:avLst/>
            <a:gdLst/>
            <a:ahLst/>
            <a:cxnLst/>
            <a:rect l="l" t="t" r="r" b="b"/>
            <a:pathLst>
              <a:path w="4847167" h="603250">
                <a:moveTo>
                  <a:pt x="26458" y="0"/>
                </a:moveTo>
                <a:lnTo>
                  <a:pt x="4783669" y="0"/>
                </a:lnTo>
                <a:cubicBezTo>
                  <a:pt x="4818738" y="0"/>
                  <a:pt x="4847167" y="28429"/>
                  <a:pt x="4847167" y="63498"/>
                </a:cubicBezTo>
                <a:lnTo>
                  <a:pt x="4847167" y="539752"/>
                </a:lnTo>
                <a:cubicBezTo>
                  <a:pt x="4847167" y="574821"/>
                  <a:pt x="4818738" y="603250"/>
                  <a:pt x="4783669" y="603250"/>
                </a:cubicBezTo>
                <a:lnTo>
                  <a:pt x="26458" y="603250"/>
                </a:lnTo>
                <a:cubicBezTo>
                  <a:pt x="11846" y="603250"/>
                  <a:pt x="0" y="591404"/>
                  <a:pt x="0" y="576792"/>
                </a:cubicBezTo>
                <a:lnTo>
                  <a:pt x="0" y="26458"/>
                </a:lnTo>
                <a:cubicBezTo>
                  <a:pt x="0" y="11856"/>
                  <a:pt x="11856" y="0"/>
                  <a:pt x="2645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894188" y="2833246"/>
            <a:ext cx="26458" cy="603250"/>
          </a:xfrm>
          <a:custGeom>
            <a:avLst/>
            <a:gdLst/>
            <a:ahLst/>
            <a:cxnLst/>
            <a:rect l="l" t="t" r="r" b="b"/>
            <a:pathLst>
              <a:path w="26458" h="603250">
                <a:moveTo>
                  <a:pt x="26458" y="0"/>
                </a:moveTo>
                <a:lnTo>
                  <a:pt x="26458" y="0"/>
                </a:lnTo>
                <a:lnTo>
                  <a:pt x="26458" y="603250"/>
                </a:lnTo>
                <a:lnTo>
                  <a:pt x="26458" y="603250"/>
                </a:lnTo>
                <a:cubicBezTo>
                  <a:pt x="11846" y="603250"/>
                  <a:pt x="0" y="591404"/>
                  <a:pt x="0" y="576792"/>
                </a:cubicBezTo>
                <a:lnTo>
                  <a:pt x="0" y="26458"/>
                </a:lnTo>
                <a:cubicBezTo>
                  <a:pt x="0" y="11856"/>
                  <a:pt x="11856" y="0"/>
                  <a:pt x="26458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2" name="Text 49"/>
          <p:cNvSpPr/>
          <p:nvPr/>
        </p:nvSpPr>
        <p:spPr>
          <a:xfrm>
            <a:off x="7002639" y="2928469"/>
            <a:ext cx="471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02639" y="3182441"/>
            <a:ext cx="469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Analiză cash flow, utilități, venituri alternative.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894188" y="3531498"/>
            <a:ext cx="4847167" cy="603250"/>
          </a:xfrm>
          <a:custGeom>
            <a:avLst/>
            <a:gdLst/>
            <a:ahLst/>
            <a:cxnLst/>
            <a:rect l="l" t="t" r="r" b="b"/>
            <a:pathLst>
              <a:path w="4847167" h="603250">
                <a:moveTo>
                  <a:pt x="26458" y="0"/>
                </a:moveTo>
                <a:lnTo>
                  <a:pt x="4783669" y="0"/>
                </a:lnTo>
                <a:cubicBezTo>
                  <a:pt x="4818738" y="0"/>
                  <a:pt x="4847167" y="28429"/>
                  <a:pt x="4847167" y="63498"/>
                </a:cubicBezTo>
                <a:lnTo>
                  <a:pt x="4847167" y="539752"/>
                </a:lnTo>
                <a:cubicBezTo>
                  <a:pt x="4847167" y="574821"/>
                  <a:pt x="4818738" y="603250"/>
                  <a:pt x="4783669" y="603250"/>
                </a:cubicBezTo>
                <a:lnTo>
                  <a:pt x="26458" y="603250"/>
                </a:lnTo>
                <a:cubicBezTo>
                  <a:pt x="11846" y="603250"/>
                  <a:pt x="0" y="591404"/>
                  <a:pt x="0" y="576792"/>
                </a:cubicBezTo>
                <a:lnTo>
                  <a:pt x="0" y="26458"/>
                </a:lnTo>
                <a:cubicBezTo>
                  <a:pt x="0" y="11856"/>
                  <a:pt x="11856" y="0"/>
                  <a:pt x="2645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894188" y="3531498"/>
            <a:ext cx="26458" cy="603250"/>
          </a:xfrm>
          <a:custGeom>
            <a:avLst/>
            <a:gdLst/>
            <a:ahLst/>
            <a:cxnLst/>
            <a:rect l="l" t="t" r="r" b="b"/>
            <a:pathLst>
              <a:path w="26458" h="603250">
                <a:moveTo>
                  <a:pt x="26458" y="0"/>
                </a:moveTo>
                <a:lnTo>
                  <a:pt x="26458" y="0"/>
                </a:lnTo>
                <a:lnTo>
                  <a:pt x="26458" y="603250"/>
                </a:lnTo>
                <a:lnTo>
                  <a:pt x="26458" y="603250"/>
                </a:lnTo>
                <a:cubicBezTo>
                  <a:pt x="11846" y="603250"/>
                  <a:pt x="0" y="591404"/>
                  <a:pt x="0" y="576792"/>
                </a:cubicBezTo>
                <a:lnTo>
                  <a:pt x="0" y="26458"/>
                </a:lnTo>
                <a:cubicBezTo>
                  <a:pt x="0" y="11856"/>
                  <a:pt x="11856" y="0"/>
                  <a:pt x="2645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3"/>
          <p:cNvSpPr/>
          <p:nvPr/>
        </p:nvSpPr>
        <p:spPr>
          <a:xfrm>
            <a:off x="7002639" y="3626720"/>
            <a:ext cx="471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Asistenți Virtuali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002639" y="3880693"/>
            <a:ext cx="469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57% consumatori așteaptă AI în aplicații.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749631" y="4719506"/>
            <a:ext cx="5120569" cy="1405819"/>
          </a:xfrm>
          <a:custGeom>
            <a:avLst/>
            <a:gdLst/>
            <a:ahLst/>
            <a:cxnLst/>
            <a:rect l="l" t="t" r="r" b="b"/>
            <a:pathLst>
              <a:path w="5120569" h="1405819">
                <a:moveTo>
                  <a:pt x="127002" y="0"/>
                </a:moveTo>
                <a:lnTo>
                  <a:pt x="4993568" y="0"/>
                </a:lnTo>
                <a:cubicBezTo>
                  <a:pt x="5063709" y="0"/>
                  <a:pt x="5120569" y="56861"/>
                  <a:pt x="5120569" y="127002"/>
                </a:cubicBezTo>
                <a:lnTo>
                  <a:pt x="5120569" y="1278818"/>
                </a:lnTo>
                <a:cubicBezTo>
                  <a:pt x="5120569" y="1348959"/>
                  <a:pt x="5063709" y="1405819"/>
                  <a:pt x="4993568" y="1405819"/>
                </a:cubicBezTo>
                <a:lnTo>
                  <a:pt x="127002" y="1405819"/>
                </a:lnTo>
                <a:cubicBezTo>
                  <a:pt x="56861" y="1405819"/>
                  <a:pt x="0" y="1348959"/>
                  <a:pt x="0" y="1278818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900802" y="48825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0" name="Text 57"/>
          <p:cNvSpPr/>
          <p:nvPr/>
        </p:nvSpPr>
        <p:spPr>
          <a:xfrm>
            <a:off x="7079396" y="4850832"/>
            <a:ext cx="473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Securitate &amp; Conformitate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892865" y="519189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2" name="Text 59"/>
          <p:cNvSpPr/>
          <p:nvPr/>
        </p:nvSpPr>
        <p:spPr>
          <a:xfrm>
            <a:off x="7083117" y="5168196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PCI DSS - Securitate plăți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892865" y="541389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4" name="Text 61"/>
          <p:cNvSpPr/>
          <p:nvPr/>
        </p:nvSpPr>
        <p:spPr>
          <a:xfrm>
            <a:off x="7083117" y="5390198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PSD2 - Directiva UE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892865" y="56359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6" name="Text 63"/>
          <p:cNvSpPr/>
          <p:nvPr/>
        </p:nvSpPr>
        <p:spPr>
          <a:xfrm>
            <a:off x="7083117" y="5612200"/>
            <a:ext cx="156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KYC/AML - Verificare identitate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892865" y="585790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8" name="Text 65"/>
          <p:cNvSpPr/>
          <p:nvPr/>
        </p:nvSpPr>
        <p:spPr>
          <a:xfrm>
            <a:off x="7083117" y="5834202"/>
            <a:ext cx="1039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Criptare end-to-end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321910" y="6228181"/>
            <a:ext cx="11549944" cy="612069"/>
          </a:xfrm>
          <a:custGeom>
            <a:avLst/>
            <a:gdLst/>
            <a:ahLst/>
            <a:cxnLst/>
            <a:rect l="l" t="t" r="r" b="b"/>
            <a:pathLst>
              <a:path w="11549944" h="612069">
                <a:moveTo>
                  <a:pt x="95250" y="0"/>
                </a:moveTo>
                <a:lnTo>
                  <a:pt x="11454694" y="0"/>
                </a:lnTo>
                <a:cubicBezTo>
                  <a:pt x="11507299" y="0"/>
                  <a:pt x="11549944" y="42645"/>
                  <a:pt x="11549944" y="95250"/>
                </a:cubicBezTo>
                <a:lnTo>
                  <a:pt x="11549944" y="516819"/>
                </a:lnTo>
                <a:cubicBezTo>
                  <a:pt x="11549944" y="569424"/>
                  <a:pt x="11507299" y="612069"/>
                  <a:pt x="11454694" y="612069"/>
                </a:cubicBezTo>
                <a:lnTo>
                  <a:pt x="95250" y="612069"/>
                </a:lnTo>
                <a:cubicBezTo>
                  <a:pt x="42645" y="612069"/>
                  <a:pt x="0" y="569424"/>
                  <a:pt x="0" y="516819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60A5FA">
                  <a:alpha val="20000"/>
                </a:srgbClr>
              </a:gs>
            </a:gsLst>
            <a:lin ang="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45354" y="64390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1" name="Text 68"/>
          <p:cNvSpPr/>
          <p:nvPr/>
        </p:nvSpPr>
        <p:spPr>
          <a:xfrm>
            <a:off x="786446" y="6327815"/>
            <a:ext cx="2484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Inovație Financiară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786446" y="655009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Banking • Plăți Instant • AI • Blockchain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10052486" y="6327951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$23T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10092174" y="6581788"/>
            <a:ext cx="167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stablecoins tranzacționate în 2024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news-medical.net/fd36dedd6c40d913cfab37dde025512088f8ae6a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25" b="7825"/>
          <a:stretch/>
        </p:blipFill>
        <p:spPr>
          <a:xfrm>
            <a:off x="0" y="0"/>
            <a:ext cx="12192000" cy="685593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935"/>
          </a:xfrm>
          <a:custGeom>
            <a:avLst/>
            <a:gdLst/>
            <a:ahLst/>
            <a:cxnLst/>
            <a:rect l="l" t="t" r="r" b="b"/>
            <a:pathLst>
              <a:path w="12192000" h="6855935">
                <a:moveTo>
                  <a:pt x="0" y="0"/>
                </a:moveTo>
                <a:lnTo>
                  <a:pt x="12192000" y="0"/>
                </a:lnTo>
                <a:lnTo>
                  <a:pt x="12192000" y="6855935"/>
                </a:lnTo>
                <a:lnTo>
                  <a:pt x="0" y="685593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628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A1628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30407" y="330407"/>
            <a:ext cx="66081" cy="528650"/>
          </a:xfrm>
          <a:custGeom>
            <a:avLst/>
            <a:gdLst/>
            <a:ahLst/>
            <a:cxnLst/>
            <a:rect l="l" t="t" r="r" b="b"/>
            <a:pathLst>
              <a:path w="66081" h="528650">
                <a:moveTo>
                  <a:pt x="0" y="0"/>
                </a:moveTo>
                <a:lnTo>
                  <a:pt x="66081" y="0"/>
                </a:lnTo>
                <a:lnTo>
                  <a:pt x="66081" y="528650"/>
                </a:lnTo>
                <a:lnTo>
                  <a:pt x="0" y="52865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28450" y="396371"/>
            <a:ext cx="3708813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Healthcare IT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30407" y="924965"/>
            <a:ext cx="11531187" cy="33041"/>
          </a:xfrm>
          <a:custGeom>
            <a:avLst/>
            <a:gdLst/>
            <a:ahLst/>
            <a:cxnLst/>
            <a:rect l="l" t="t" r="r" b="b"/>
            <a:pathLst>
              <a:path w="11531187" h="33041">
                <a:moveTo>
                  <a:pt x="0" y="0"/>
                </a:moveTo>
                <a:lnTo>
                  <a:pt x="11531187" y="0"/>
                </a:lnTo>
                <a:lnTo>
                  <a:pt x="11531187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30407" y="1023917"/>
            <a:ext cx="11613789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Tehnologie pentru sănătate digitală și conformitate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4995" y="1391752"/>
            <a:ext cx="6237341" cy="2189861"/>
          </a:xfrm>
          <a:custGeom>
            <a:avLst/>
            <a:gdLst/>
            <a:ahLst/>
            <a:cxnLst/>
            <a:rect l="l" t="t" r="r" b="b"/>
            <a:pathLst>
              <a:path w="6237341" h="2189861">
                <a:moveTo>
                  <a:pt x="132158" y="0"/>
                </a:moveTo>
                <a:lnTo>
                  <a:pt x="6105182" y="0"/>
                </a:lnTo>
                <a:cubicBezTo>
                  <a:pt x="6178171" y="0"/>
                  <a:pt x="6237341" y="59169"/>
                  <a:pt x="6237341" y="132158"/>
                </a:cubicBezTo>
                <a:lnTo>
                  <a:pt x="6237341" y="2057703"/>
                </a:lnTo>
                <a:cubicBezTo>
                  <a:pt x="6237341" y="2130692"/>
                  <a:pt x="6178171" y="2189861"/>
                  <a:pt x="6105182" y="2189861"/>
                </a:cubicBezTo>
                <a:lnTo>
                  <a:pt x="132158" y="2189861"/>
                </a:lnTo>
                <a:cubicBezTo>
                  <a:pt x="59169" y="2189861"/>
                  <a:pt x="0" y="2130692"/>
                  <a:pt x="0" y="2057703"/>
                </a:cubicBezTo>
                <a:lnTo>
                  <a:pt x="0" y="132158"/>
                </a:lnTo>
                <a:cubicBezTo>
                  <a:pt x="0" y="59218"/>
                  <a:pt x="59218" y="0"/>
                  <a:pt x="132158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1661" y="1561401"/>
            <a:ext cx="247805" cy="198244"/>
          </a:xfrm>
          <a:custGeom>
            <a:avLst/>
            <a:gdLst/>
            <a:ahLst/>
            <a:cxnLst/>
            <a:rect l="l" t="t" r="r" b="b"/>
            <a:pathLst>
              <a:path w="247805" h="198244">
                <a:moveTo>
                  <a:pt x="24780" y="37171"/>
                </a:moveTo>
                <a:cubicBezTo>
                  <a:pt x="24780" y="23503"/>
                  <a:pt x="35893" y="12390"/>
                  <a:pt x="49561" y="12390"/>
                </a:cubicBezTo>
                <a:lnTo>
                  <a:pt x="198244" y="12390"/>
                </a:lnTo>
                <a:cubicBezTo>
                  <a:pt x="211912" y="12390"/>
                  <a:pt x="223024" y="23503"/>
                  <a:pt x="223024" y="37171"/>
                </a:cubicBezTo>
                <a:lnTo>
                  <a:pt x="223024" y="130098"/>
                </a:lnTo>
                <a:lnTo>
                  <a:pt x="198244" y="130098"/>
                </a:lnTo>
                <a:lnTo>
                  <a:pt x="198244" y="37171"/>
                </a:lnTo>
                <a:lnTo>
                  <a:pt x="49561" y="37171"/>
                </a:lnTo>
                <a:lnTo>
                  <a:pt x="49561" y="130098"/>
                </a:lnTo>
                <a:lnTo>
                  <a:pt x="24780" y="130098"/>
                </a:lnTo>
                <a:lnTo>
                  <a:pt x="24780" y="37171"/>
                </a:lnTo>
                <a:close/>
                <a:moveTo>
                  <a:pt x="0" y="156117"/>
                </a:moveTo>
                <a:cubicBezTo>
                  <a:pt x="0" y="152013"/>
                  <a:pt x="3330" y="148683"/>
                  <a:pt x="7434" y="148683"/>
                </a:cubicBezTo>
                <a:lnTo>
                  <a:pt x="240371" y="148683"/>
                </a:lnTo>
                <a:cubicBezTo>
                  <a:pt x="244475" y="148683"/>
                  <a:pt x="247805" y="152013"/>
                  <a:pt x="247805" y="156117"/>
                </a:cubicBezTo>
                <a:cubicBezTo>
                  <a:pt x="247805" y="172534"/>
                  <a:pt x="234485" y="185854"/>
                  <a:pt x="218068" y="185854"/>
                </a:cubicBezTo>
                <a:lnTo>
                  <a:pt x="29737" y="185854"/>
                </a:lnTo>
                <a:cubicBezTo>
                  <a:pt x="13320" y="185854"/>
                  <a:pt x="0" y="172534"/>
                  <a:pt x="0" y="156117"/>
                </a:cubicBezTo>
                <a:close/>
                <a:moveTo>
                  <a:pt x="111512" y="61951"/>
                </a:moveTo>
                <a:cubicBezTo>
                  <a:pt x="111512" y="58544"/>
                  <a:pt x="114300" y="55756"/>
                  <a:pt x="117707" y="55756"/>
                </a:cubicBezTo>
                <a:lnTo>
                  <a:pt x="130098" y="55756"/>
                </a:lnTo>
                <a:cubicBezTo>
                  <a:pt x="133505" y="55756"/>
                  <a:pt x="136293" y="58544"/>
                  <a:pt x="136293" y="61951"/>
                </a:cubicBezTo>
                <a:lnTo>
                  <a:pt x="136293" y="77439"/>
                </a:lnTo>
                <a:lnTo>
                  <a:pt x="151780" y="77439"/>
                </a:lnTo>
                <a:cubicBezTo>
                  <a:pt x="155188" y="77439"/>
                  <a:pt x="157976" y="80227"/>
                  <a:pt x="157976" y="83634"/>
                </a:cubicBezTo>
                <a:lnTo>
                  <a:pt x="157976" y="96024"/>
                </a:lnTo>
                <a:cubicBezTo>
                  <a:pt x="157976" y="99432"/>
                  <a:pt x="155188" y="102220"/>
                  <a:pt x="151780" y="102220"/>
                </a:cubicBezTo>
                <a:lnTo>
                  <a:pt x="136293" y="102220"/>
                </a:lnTo>
                <a:lnTo>
                  <a:pt x="136293" y="117707"/>
                </a:lnTo>
                <a:cubicBezTo>
                  <a:pt x="136293" y="121115"/>
                  <a:pt x="133505" y="123902"/>
                  <a:pt x="130098" y="123902"/>
                </a:cubicBezTo>
                <a:lnTo>
                  <a:pt x="117707" y="123902"/>
                </a:lnTo>
                <a:cubicBezTo>
                  <a:pt x="114300" y="123902"/>
                  <a:pt x="111512" y="121115"/>
                  <a:pt x="111512" y="117707"/>
                </a:cubicBezTo>
                <a:lnTo>
                  <a:pt x="111512" y="102220"/>
                </a:lnTo>
                <a:lnTo>
                  <a:pt x="96024" y="102220"/>
                </a:lnTo>
                <a:cubicBezTo>
                  <a:pt x="92617" y="102220"/>
                  <a:pt x="89829" y="99432"/>
                  <a:pt x="89829" y="96024"/>
                </a:cubicBezTo>
                <a:lnTo>
                  <a:pt x="89829" y="83634"/>
                </a:lnTo>
                <a:cubicBezTo>
                  <a:pt x="89829" y="80227"/>
                  <a:pt x="92617" y="77439"/>
                  <a:pt x="96024" y="77439"/>
                </a:cubicBezTo>
                <a:lnTo>
                  <a:pt x="111512" y="77439"/>
                </a:lnTo>
                <a:lnTo>
                  <a:pt x="111512" y="6195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719466" y="1528416"/>
            <a:ext cx="581515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Sisteme EHR/EMR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1661" y="1924646"/>
            <a:ext cx="1924618" cy="1024260"/>
          </a:xfrm>
          <a:custGeom>
            <a:avLst/>
            <a:gdLst/>
            <a:ahLst/>
            <a:cxnLst/>
            <a:rect l="l" t="t" r="r" b="b"/>
            <a:pathLst>
              <a:path w="1924618" h="1024260">
                <a:moveTo>
                  <a:pt x="99118" y="0"/>
                </a:moveTo>
                <a:lnTo>
                  <a:pt x="1825500" y="0"/>
                </a:lnTo>
                <a:cubicBezTo>
                  <a:pt x="1880241" y="0"/>
                  <a:pt x="1924618" y="44376"/>
                  <a:pt x="1924618" y="99118"/>
                </a:cubicBezTo>
                <a:lnTo>
                  <a:pt x="1924618" y="925143"/>
                </a:lnTo>
                <a:cubicBezTo>
                  <a:pt x="1924618" y="979884"/>
                  <a:pt x="1880241" y="1024260"/>
                  <a:pt x="1825500" y="1024260"/>
                </a:cubicBezTo>
                <a:lnTo>
                  <a:pt x="99118" y="1024260"/>
                </a:lnTo>
                <a:cubicBezTo>
                  <a:pt x="44376" y="1024260"/>
                  <a:pt x="0" y="979884"/>
                  <a:pt x="0" y="925143"/>
                </a:cubicBezTo>
                <a:lnTo>
                  <a:pt x="0" y="99118"/>
                </a:lnTo>
                <a:cubicBezTo>
                  <a:pt x="0" y="44376"/>
                  <a:pt x="44376" y="0"/>
                  <a:pt x="9911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234866" y="2023740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340125" y="2139326"/>
            <a:ext cx="185854" cy="165203"/>
          </a:xfrm>
          <a:custGeom>
            <a:avLst/>
            <a:gdLst/>
            <a:ahLst/>
            <a:cxnLst/>
            <a:rect l="l" t="t" r="r" b="b"/>
            <a:pathLst>
              <a:path w="185854" h="165203">
                <a:moveTo>
                  <a:pt x="41301" y="20650"/>
                </a:moveTo>
                <a:cubicBezTo>
                  <a:pt x="41301" y="9260"/>
                  <a:pt x="50561" y="0"/>
                  <a:pt x="61951" y="0"/>
                </a:cubicBezTo>
                <a:lnTo>
                  <a:pt x="123902" y="0"/>
                </a:lnTo>
                <a:cubicBezTo>
                  <a:pt x="135292" y="0"/>
                  <a:pt x="144553" y="9260"/>
                  <a:pt x="144553" y="20650"/>
                </a:cubicBezTo>
                <a:lnTo>
                  <a:pt x="144553" y="41301"/>
                </a:lnTo>
                <a:lnTo>
                  <a:pt x="165203" y="41301"/>
                </a:lnTo>
                <a:cubicBezTo>
                  <a:pt x="176593" y="41301"/>
                  <a:pt x="185854" y="50561"/>
                  <a:pt x="185854" y="61951"/>
                </a:cubicBezTo>
                <a:lnTo>
                  <a:pt x="185854" y="144553"/>
                </a:lnTo>
                <a:cubicBezTo>
                  <a:pt x="185854" y="155943"/>
                  <a:pt x="176593" y="165203"/>
                  <a:pt x="165203" y="165203"/>
                </a:cubicBezTo>
                <a:lnTo>
                  <a:pt x="20650" y="165203"/>
                </a:lnTo>
                <a:cubicBezTo>
                  <a:pt x="9260" y="165203"/>
                  <a:pt x="0" y="155943"/>
                  <a:pt x="0" y="144553"/>
                </a:cubicBezTo>
                <a:lnTo>
                  <a:pt x="0" y="61951"/>
                </a:lnTo>
                <a:cubicBezTo>
                  <a:pt x="0" y="50561"/>
                  <a:pt x="9260" y="41301"/>
                  <a:pt x="20650" y="41301"/>
                </a:cubicBezTo>
                <a:lnTo>
                  <a:pt x="41301" y="41301"/>
                </a:lnTo>
                <a:lnTo>
                  <a:pt x="41301" y="20650"/>
                </a:lnTo>
                <a:close/>
                <a:moveTo>
                  <a:pt x="87764" y="113577"/>
                </a:moveTo>
                <a:cubicBezTo>
                  <a:pt x="82053" y="113577"/>
                  <a:pt x="77439" y="118191"/>
                  <a:pt x="77439" y="123902"/>
                </a:cubicBezTo>
                <a:lnTo>
                  <a:pt x="77439" y="149715"/>
                </a:lnTo>
                <a:lnTo>
                  <a:pt x="108415" y="149715"/>
                </a:lnTo>
                <a:lnTo>
                  <a:pt x="108415" y="123902"/>
                </a:lnTo>
                <a:cubicBezTo>
                  <a:pt x="108415" y="118191"/>
                  <a:pt x="103801" y="113577"/>
                  <a:pt x="98089" y="113577"/>
                </a:cubicBezTo>
                <a:lnTo>
                  <a:pt x="87764" y="113577"/>
                </a:lnTo>
                <a:close/>
                <a:moveTo>
                  <a:pt x="41301" y="118740"/>
                </a:moveTo>
                <a:lnTo>
                  <a:pt x="41301" y="108415"/>
                </a:lnTo>
                <a:cubicBezTo>
                  <a:pt x="41301" y="105575"/>
                  <a:pt x="38978" y="103252"/>
                  <a:pt x="36138" y="103252"/>
                </a:cubicBezTo>
                <a:lnTo>
                  <a:pt x="25813" y="103252"/>
                </a:lnTo>
                <a:cubicBezTo>
                  <a:pt x="22974" y="103252"/>
                  <a:pt x="20650" y="105575"/>
                  <a:pt x="20650" y="108415"/>
                </a:cubicBezTo>
                <a:lnTo>
                  <a:pt x="20650" y="118740"/>
                </a:lnTo>
                <a:cubicBezTo>
                  <a:pt x="20650" y="121579"/>
                  <a:pt x="22974" y="123902"/>
                  <a:pt x="25813" y="123902"/>
                </a:cubicBezTo>
                <a:lnTo>
                  <a:pt x="36138" y="123902"/>
                </a:lnTo>
                <a:cubicBezTo>
                  <a:pt x="38978" y="123902"/>
                  <a:pt x="41301" y="121579"/>
                  <a:pt x="41301" y="118740"/>
                </a:cubicBezTo>
                <a:close/>
                <a:moveTo>
                  <a:pt x="36138" y="82602"/>
                </a:moveTo>
                <a:cubicBezTo>
                  <a:pt x="38978" y="82602"/>
                  <a:pt x="41301" y="80278"/>
                  <a:pt x="41301" y="77439"/>
                </a:cubicBezTo>
                <a:lnTo>
                  <a:pt x="41301" y="67114"/>
                </a:lnTo>
                <a:cubicBezTo>
                  <a:pt x="41301" y="64274"/>
                  <a:pt x="38978" y="61951"/>
                  <a:pt x="36138" y="61951"/>
                </a:cubicBezTo>
                <a:lnTo>
                  <a:pt x="25813" y="61951"/>
                </a:lnTo>
                <a:cubicBezTo>
                  <a:pt x="22974" y="61951"/>
                  <a:pt x="20650" y="64274"/>
                  <a:pt x="20650" y="67114"/>
                </a:cubicBezTo>
                <a:lnTo>
                  <a:pt x="20650" y="77439"/>
                </a:lnTo>
                <a:cubicBezTo>
                  <a:pt x="20650" y="80278"/>
                  <a:pt x="22974" y="82602"/>
                  <a:pt x="25813" y="82602"/>
                </a:cubicBezTo>
                <a:lnTo>
                  <a:pt x="36138" y="82602"/>
                </a:lnTo>
                <a:close/>
                <a:moveTo>
                  <a:pt x="165203" y="118740"/>
                </a:moveTo>
                <a:lnTo>
                  <a:pt x="165203" y="108415"/>
                </a:lnTo>
                <a:cubicBezTo>
                  <a:pt x="165203" y="105575"/>
                  <a:pt x="162880" y="103252"/>
                  <a:pt x="160041" y="103252"/>
                </a:cubicBezTo>
                <a:lnTo>
                  <a:pt x="149715" y="103252"/>
                </a:lnTo>
                <a:cubicBezTo>
                  <a:pt x="146876" y="103252"/>
                  <a:pt x="144553" y="105575"/>
                  <a:pt x="144553" y="108415"/>
                </a:cubicBezTo>
                <a:lnTo>
                  <a:pt x="144553" y="118740"/>
                </a:lnTo>
                <a:cubicBezTo>
                  <a:pt x="144553" y="121579"/>
                  <a:pt x="146876" y="123902"/>
                  <a:pt x="149715" y="123902"/>
                </a:cubicBezTo>
                <a:lnTo>
                  <a:pt x="160041" y="123902"/>
                </a:lnTo>
                <a:cubicBezTo>
                  <a:pt x="162880" y="123902"/>
                  <a:pt x="165203" y="121579"/>
                  <a:pt x="165203" y="118740"/>
                </a:cubicBezTo>
                <a:close/>
                <a:moveTo>
                  <a:pt x="160041" y="82602"/>
                </a:moveTo>
                <a:cubicBezTo>
                  <a:pt x="162880" y="82602"/>
                  <a:pt x="165203" y="80278"/>
                  <a:pt x="165203" y="77439"/>
                </a:cubicBezTo>
                <a:lnTo>
                  <a:pt x="165203" y="67114"/>
                </a:lnTo>
                <a:cubicBezTo>
                  <a:pt x="165203" y="64274"/>
                  <a:pt x="162880" y="61951"/>
                  <a:pt x="160041" y="61951"/>
                </a:cubicBezTo>
                <a:lnTo>
                  <a:pt x="149715" y="61951"/>
                </a:lnTo>
                <a:cubicBezTo>
                  <a:pt x="146876" y="61951"/>
                  <a:pt x="144553" y="64274"/>
                  <a:pt x="144553" y="67114"/>
                </a:cubicBezTo>
                <a:lnTo>
                  <a:pt x="144553" y="77439"/>
                </a:lnTo>
                <a:cubicBezTo>
                  <a:pt x="144553" y="80278"/>
                  <a:pt x="146876" y="82602"/>
                  <a:pt x="149715" y="82602"/>
                </a:cubicBezTo>
                <a:lnTo>
                  <a:pt x="160041" y="82602"/>
                </a:lnTo>
                <a:close/>
                <a:moveTo>
                  <a:pt x="85183" y="33557"/>
                </a:moveTo>
                <a:lnTo>
                  <a:pt x="85183" y="43882"/>
                </a:lnTo>
                <a:lnTo>
                  <a:pt x="74858" y="43882"/>
                </a:lnTo>
                <a:cubicBezTo>
                  <a:pt x="72018" y="43882"/>
                  <a:pt x="69695" y="46205"/>
                  <a:pt x="69695" y="49045"/>
                </a:cubicBezTo>
                <a:lnTo>
                  <a:pt x="69695" y="54207"/>
                </a:lnTo>
                <a:cubicBezTo>
                  <a:pt x="69695" y="57047"/>
                  <a:pt x="72018" y="59370"/>
                  <a:pt x="74858" y="59370"/>
                </a:cubicBezTo>
                <a:lnTo>
                  <a:pt x="85183" y="59370"/>
                </a:lnTo>
                <a:lnTo>
                  <a:pt x="85183" y="69695"/>
                </a:lnTo>
                <a:cubicBezTo>
                  <a:pt x="85183" y="72535"/>
                  <a:pt x="87506" y="74858"/>
                  <a:pt x="90346" y="74858"/>
                </a:cubicBezTo>
                <a:lnTo>
                  <a:pt x="95508" y="74858"/>
                </a:lnTo>
                <a:cubicBezTo>
                  <a:pt x="98348" y="74858"/>
                  <a:pt x="100671" y="72535"/>
                  <a:pt x="100671" y="69695"/>
                </a:cubicBezTo>
                <a:lnTo>
                  <a:pt x="100671" y="59370"/>
                </a:lnTo>
                <a:lnTo>
                  <a:pt x="110996" y="59370"/>
                </a:lnTo>
                <a:cubicBezTo>
                  <a:pt x="113835" y="59370"/>
                  <a:pt x="116159" y="57047"/>
                  <a:pt x="116159" y="54207"/>
                </a:cubicBezTo>
                <a:lnTo>
                  <a:pt x="116159" y="49045"/>
                </a:lnTo>
                <a:cubicBezTo>
                  <a:pt x="116159" y="46205"/>
                  <a:pt x="113835" y="43882"/>
                  <a:pt x="110996" y="43882"/>
                </a:cubicBezTo>
                <a:lnTo>
                  <a:pt x="100671" y="43882"/>
                </a:lnTo>
                <a:lnTo>
                  <a:pt x="100671" y="33557"/>
                </a:lnTo>
                <a:cubicBezTo>
                  <a:pt x="100671" y="30717"/>
                  <a:pt x="98348" y="28394"/>
                  <a:pt x="95508" y="28394"/>
                </a:cubicBezTo>
                <a:lnTo>
                  <a:pt x="90346" y="28394"/>
                </a:lnTo>
                <a:cubicBezTo>
                  <a:pt x="87506" y="28394"/>
                  <a:pt x="85183" y="30717"/>
                  <a:pt x="85183" y="33557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1"/>
          <p:cNvSpPr/>
          <p:nvPr/>
        </p:nvSpPr>
        <p:spPr>
          <a:xfrm>
            <a:off x="537714" y="2486079"/>
            <a:ext cx="179245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Athenahealth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5974" y="2717392"/>
            <a:ext cx="1775935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Cloud-based, $140/lună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493537" y="1924646"/>
            <a:ext cx="1924618" cy="1024260"/>
          </a:xfrm>
          <a:custGeom>
            <a:avLst/>
            <a:gdLst/>
            <a:ahLst/>
            <a:cxnLst/>
            <a:rect l="l" t="t" r="r" b="b"/>
            <a:pathLst>
              <a:path w="1924618" h="1024260">
                <a:moveTo>
                  <a:pt x="99118" y="0"/>
                </a:moveTo>
                <a:lnTo>
                  <a:pt x="1825500" y="0"/>
                </a:lnTo>
                <a:cubicBezTo>
                  <a:pt x="1880241" y="0"/>
                  <a:pt x="1924618" y="44376"/>
                  <a:pt x="1924618" y="99118"/>
                </a:cubicBezTo>
                <a:lnTo>
                  <a:pt x="1924618" y="925143"/>
                </a:lnTo>
                <a:cubicBezTo>
                  <a:pt x="1924618" y="979884"/>
                  <a:pt x="1880241" y="1024260"/>
                  <a:pt x="1825500" y="1024260"/>
                </a:cubicBezTo>
                <a:lnTo>
                  <a:pt x="99118" y="1024260"/>
                </a:lnTo>
                <a:cubicBezTo>
                  <a:pt x="44376" y="1024260"/>
                  <a:pt x="0" y="979884"/>
                  <a:pt x="0" y="925143"/>
                </a:cubicBezTo>
                <a:lnTo>
                  <a:pt x="0" y="99118"/>
                </a:lnTo>
                <a:cubicBezTo>
                  <a:pt x="0" y="44376"/>
                  <a:pt x="44376" y="0"/>
                  <a:pt x="9911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256741" y="2023740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60A5FA">
              <a:alpha val="3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382652" y="2139326"/>
            <a:ext cx="144553" cy="165203"/>
          </a:xfrm>
          <a:custGeom>
            <a:avLst/>
            <a:gdLst/>
            <a:ahLst/>
            <a:cxnLst/>
            <a:rect l="l" t="t" r="r" b="b"/>
            <a:pathLst>
              <a:path w="144553" h="165203">
                <a:moveTo>
                  <a:pt x="72276" y="2581"/>
                </a:moveTo>
                <a:cubicBezTo>
                  <a:pt x="50907" y="2581"/>
                  <a:pt x="33557" y="19931"/>
                  <a:pt x="33557" y="41301"/>
                </a:cubicBezTo>
                <a:cubicBezTo>
                  <a:pt x="33557" y="62671"/>
                  <a:pt x="50907" y="80020"/>
                  <a:pt x="72276" y="80020"/>
                </a:cubicBezTo>
                <a:cubicBezTo>
                  <a:pt x="93646" y="80020"/>
                  <a:pt x="110996" y="62671"/>
                  <a:pt x="110996" y="41301"/>
                </a:cubicBezTo>
                <a:cubicBezTo>
                  <a:pt x="110996" y="19931"/>
                  <a:pt x="93646" y="2581"/>
                  <a:pt x="72276" y="2581"/>
                </a:cubicBezTo>
                <a:close/>
                <a:moveTo>
                  <a:pt x="91636" y="103510"/>
                </a:moveTo>
                <a:cubicBezTo>
                  <a:pt x="89894" y="103349"/>
                  <a:pt x="88087" y="103252"/>
                  <a:pt x="86280" y="103252"/>
                </a:cubicBezTo>
                <a:lnTo>
                  <a:pt x="58241" y="103252"/>
                </a:lnTo>
                <a:cubicBezTo>
                  <a:pt x="56434" y="103252"/>
                  <a:pt x="54659" y="103349"/>
                  <a:pt x="52884" y="103510"/>
                </a:cubicBezTo>
                <a:lnTo>
                  <a:pt x="52884" y="125290"/>
                </a:lnTo>
                <a:cubicBezTo>
                  <a:pt x="58208" y="127742"/>
                  <a:pt x="61919" y="133131"/>
                  <a:pt x="61919" y="139358"/>
                </a:cubicBezTo>
                <a:cubicBezTo>
                  <a:pt x="61919" y="147909"/>
                  <a:pt x="54982" y="154846"/>
                  <a:pt x="46431" y="154846"/>
                </a:cubicBezTo>
                <a:cubicBezTo>
                  <a:pt x="37881" y="154846"/>
                  <a:pt x="30943" y="147909"/>
                  <a:pt x="30943" y="139358"/>
                </a:cubicBezTo>
                <a:cubicBezTo>
                  <a:pt x="30943" y="133098"/>
                  <a:pt x="34654" y="127710"/>
                  <a:pt x="39978" y="125290"/>
                </a:cubicBezTo>
                <a:lnTo>
                  <a:pt x="39978" y="106446"/>
                </a:lnTo>
                <a:cubicBezTo>
                  <a:pt x="19682" y="113900"/>
                  <a:pt x="5163" y="133453"/>
                  <a:pt x="5163" y="156362"/>
                </a:cubicBezTo>
                <a:cubicBezTo>
                  <a:pt x="5163" y="161235"/>
                  <a:pt x="9131" y="165203"/>
                  <a:pt x="14004" y="165203"/>
                </a:cubicBezTo>
                <a:lnTo>
                  <a:pt x="130517" y="165203"/>
                </a:lnTo>
                <a:cubicBezTo>
                  <a:pt x="135389" y="165203"/>
                  <a:pt x="139358" y="161235"/>
                  <a:pt x="139358" y="156362"/>
                </a:cubicBezTo>
                <a:cubicBezTo>
                  <a:pt x="139358" y="133453"/>
                  <a:pt x="124838" y="113932"/>
                  <a:pt x="104510" y="106479"/>
                </a:cubicBezTo>
                <a:lnTo>
                  <a:pt x="104510" y="118546"/>
                </a:lnTo>
                <a:cubicBezTo>
                  <a:pt x="112028" y="121192"/>
                  <a:pt x="117417" y="128387"/>
                  <a:pt x="117417" y="136809"/>
                </a:cubicBezTo>
                <a:lnTo>
                  <a:pt x="117417" y="147134"/>
                </a:lnTo>
                <a:cubicBezTo>
                  <a:pt x="117417" y="150683"/>
                  <a:pt x="114513" y="153587"/>
                  <a:pt x="110964" y="153587"/>
                </a:cubicBezTo>
                <a:cubicBezTo>
                  <a:pt x="107414" y="153587"/>
                  <a:pt x="104510" y="150683"/>
                  <a:pt x="104510" y="147134"/>
                </a:cubicBezTo>
                <a:lnTo>
                  <a:pt x="104510" y="136809"/>
                </a:lnTo>
                <a:cubicBezTo>
                  <a:pt x="104510" y="133260"/>
                  <a:pt x="101606" y="130356"/>
                  <a:pt x="98057" y="130356"/>
                </a:cubicBezTo>
                <a:cubicBezTo>
                  <a:pt x="94508" y="130356"/>
                  <a:pt x="91604" y="133260"/>
                  <a:pt x="91604" y="136809"/>
                </a:cubicBezTo>
                <a:lnTo>
                  <a:pt x="91604" y="147134"/>
                </a:lnTo>
                <a:cubicBezTo>
                  <a:pt x="91604" y="150683"/>
                  <a:pt x="88700" y="153587"/>
                  <a:pt x="85151" y="153587"/>
                </a:cubicBezTo>
                <a:cubicBezTo>
                  <a:pt x="81601" y="153587"/>
                  <a:pt x="78697" y="150683"/>
                  <a:pt x="78697" y="147134"/>
                </a:cubicBezTo>
                <a:lnTo>
                  <a:pt x="78697" y="136809"/>
                </a:lnTo>
                <a:cubicBezTo>
                  <a:pt x="78697" y="128387"/>
                  <a:pt x="84086" y="121224"/>
                  <a:pt x="91604" y="118546"/>
                </a:cubicBezTo>
                <a:lnTo>
                  <a:pt x="91604" y="103510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9" name="Text 16"/>
          <p:cNvSpPr/>
          <p:nvPr/>
        </p:nvSpPr>
        <p:spPr>
          <a:xfrm>
            <a:off x="2559589" y="2486079"/>
            <a:ext cx="179245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NextGen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567850" y="2717392"/>
            <a:ext cx="1775935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Ambulatory care, $110/lună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15556" y="1924646"/>
            <a:ext cx="1924618" cy="1024260"/>
          </a:xfrm>
          <a:custGeom>
            <a:avLst/>
            <a:gdLst/>
            <a:ahLst/>
            <a:cxnLst/>
            <a:rect l="l" t="t" r="r" b="b"/>
            <a:pathLst>
              <a:path w="1924618" h="1024260">
                <a:moveTo>
                  <a:pt x="99118" y="0"/>
                </a:moveTo>
                <a:lnTo>
                  <a:pt x="1825500" y="0"/>
                </a:lnTo>
                <a:cubicBezTo>
                  <a:pt x="1880241" y="0"/>
                  <a:pt x="1924618" y="44376"/>
                  <a:pt x="1924618" y="99118"/>
                </a:cubicBezTo>
                <a:lnTo>
                  <a:pt x="1924618" y="925143"/>
                </a:lnTo>
                <a:cubicBezTo>
                  <a:pt x="1924618" y="979884"/>
                  <a:pt x="1880241" y="1024260"/>
                  <a:pt x="1825500" y="1024260"/>
                </a:cubicBezTo>
                <a:lnTo>
                  <a:pt x="99118" y="1024260"/>
                </a:lnTo>
                <a:cubicBezTo>
                  <a:pt x="44376" y="1024260"/>
                  <a:pt x="0" y="979884"/>
                  <a:pt x="0" y="925143"/>
                </a:cubicBezTo>
                <a:lnTo>
                  <a:pt x="0" y="99118"/>
                </a:lnTo>
                <a:cubicBezTo>
                  <a:pt x="0" y="44376"/>
                  <a:pt x="44376" y="0"/>
                  <a:pt x="9911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278760" y="2023740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394345" y="2139326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75568" y="2775"/>
                </a:moveTo>
                <a:cubicBezTo>
                  <a:pt x="79536" y="-903"/>
                  <a:pt x="85667" y="-903"/>
                  <a:pt x="89603" y="2775"/>
                </a:cubicBezTo>
                <a:lnTo>
                  <a:pt x="118740" y="29782"/>
                </a:lnTo>
                <a:lnTo>
                  <a:pt x="118740" y="25813"/>
                </a:lnTo>
                <a:cubicBezTo>
                  <a:pt x="118740" y="20102"/>
                  <a:pt x="123354" y="15488"/>
                  <a:pt x="129065" y="15488"/>
                </a:cubicBezTo>
                <a:lnTo>
                  <a:pt x="139390" y="15488"/>
                </a:lnTo>
                <a:cubicBezTo>
                  <a:pt x="145101" y="15488"/>
                  <a:pt x="149715" y="20102"/>
                  <a:pt x="149715" y="25813"/>
                </a:cubicBezTo>
                <a:lnTo>
                  <a:pt x="149715" y="58563"/>
                </a:lnTo>
                <a:lnTo>
                  <a:pt x="161912" y="69889"/>
                </a:lnTo>
                <a:cubicBezTo>
                  <a:pt x="165010" y="72793"/>
                  <a:pt x="166042" y="77278"/>
                  <a:pt x="164493" y="81214"/>
                </a:cubicBezTo>
                <a:cubicBezTo>
                  <a:pt x="162945" y="85151"/>
                  <a:pt x="159137" y="87764"/>
                  <a:pt x="154878" y="87764"/>
                </a:cubicBezTo>
                <a:lnTo>
                  <a:pt x="149715" y="87764"/>
                </a:lnTo>
                <a:lnTo>
                  <a:pt x="149715" y="144553"/>
                </a:lnTo>
                <a:cubicBezTo>
                  <a:pt x="149715" y="155943"/>
                  <a:pt x="140455" y="165203"/>
                  <a:pt x="129065" y="165203"/>
                </a:cubicBezTo>
                <a:lnTo>
                  <a:pt x="36138" y="165203"/>
                </a:lnTo>
                <a:cubicBezTo>
                  <a:pt x="24748" y="165203"/>
                  <a:pt x="15488" y="155943"/>
                  <a:pt x="15488" y="144553"/>
                </a:cubicBezTo>
                <a:lnTo>
                  <a:pt x="15488" y="87764"/>
                </a:lnTo>
                <a:lnTo>
                  <a:pt x="10325" y="87764"/>
                </a:lnTo>
                <a:cubicBezTo>
                  <a:pt x="6066" y="87764"/>
                  <a:pt x="2259" y="85151"/>
                  <a:pt x="710" y="81214"/>
                </a:cubicBezTo>
                <a:cubicBezTo>
                  <a:pt x="-839" y="77278"/>
                  <a:pt x="194" y="72760"/>
                  <a:pt x="3291" y="69889"/>
                </a:cubicBezTo>
                <a:lnTo>
                  <a:pt x="75568" y="2775"/>
                </a:lnTo>
                <a:close/>
                <a:moveTo>
                  <a:pt x="72276" y="80020"/>
                </a:moveTo>
                <a:lnTo>
                  <a:pt x="72276" y="92927"/>
                </a:lnTo>
                <a:lnTo>
                  <a:pt x="59370" y="92927"/>
                </a:lnTo>
                <a:cubicBezTo>
                  <a:pt x="56530" y="92927"/>
                  <a:pt x="54207" y="95250"/>
                  <a:pt x="54207" y="98089"/>
                </a:cubicBezTo>
                <a:lnTo>
                  <a:pt x="54207" y="108415"/>
                </a:lnTo>
                <a:cubicBezTo>
                  <a:pt x="54207" y="111254"/>
                  <a:pt x="56530" y="113577"/>
                  <a:pt x="59370" y="113577"/>
                </a:cubicBezTo>
                <a:lnTo>
                  <a:pt x="72276" y="113577"/>
                </a:lnTo>
                <a:lnTo>
                  <a:pt x="72276" y="126484"/>
                </a:lnTo>
                <a:cubicBezTo>
                  <a:pt x="72276" y="129323"/>
                  <a:pt x="74600" y="131646"/>
                  <a:pt x="77439" y="131646"/>
                </a:cubicBezTo>
                <a:lnTo>
                  <a:pt x="87764" y="131646"/>
                </a:lnTo>
                <a:cubicBezTo>
                  <a:pt x="90604" y="131646"/>
                  <a:pt x="92927" y="129323"/>
                  <a:pt x="92927" y="126484"/>
                </a:cubicBezTo>
                <a:lnTo>
                  <a:pt x="92927" y="113577"/>
                </a:lnTo>
                <a:lnTo>
                  <a:pt x="105833" y="113577"/>
                </a:lnTo>
                <a:cubicBezTo>
                  <a:pt x="108673" y="113577"/>
                  <a:pt x="110996" y="111254"/>
                  <a:pt x="110996" y="108415"/>
                </a:cubicBezTo>
                <a:lnTo>
                  <a:pt x="110996" y="98089"/>
                </a:lnTo>
                <a:cubicBezTo>
                  <a:pt x="110996" y="95250"/>
                  <a:pt x="108673" y="92927"/>
                  <a:pt x="105833" y="92927"/>
                </a:cubicBezTo>
                <a:lnTo>
                  <a:pt x="92927" y="92927"/>
                </a:lnTo>
                <a:lnTo>
                  <a:pt x="92927" y="80020"/>
                </a:lnTo>
                <a:cubicBezTo>
                  <a:pt x="92927" y="77181"/>
                  <a:pt x="90604" y="74858"/>
                  <a:pt x="87764" y="74858"/>
                </a:cubicBezTo>
                <a:lnTo>
                  <a:pt x="77439" y="74858"/>
                </a:lnTo>
                <a:cubicBezTo>
                  <a:pt x="74600" y="74858"/>
                  <a:pt x="72276" y="77181"/>
                  <a:pt x="72276" y="8002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4" name="Text 21"/>
          <p:cNvSpPr/>
          <p:nvPr/>
        </p:nvSpPr>
        <p:spPr>
          <a:xfrm>
            <a:off x="4581608" y="2486079"/>
            <a:ext cx="179245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Kareo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89868" y="2717392"/>
            <a:ext cx="1775935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practices, $150/lună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1661" y="3047657"/>
            <a:ext cx="5963837" cy="396488"/>
          </a:xfrm>
          <a:custGeom>
            <a:avLst/>
            <a:gdLst/>
            <a:ahLst/>
            <a:cxnLst/>
            <a:rect l="l" t="t" r="r" b="b"/>
            <a:pathLst>
              <a:path w="5963837" h="396488">
                <a:moveTo>
                  <a:pt x="66083" y="0"/>
                </a:moveTo>
                <a:lnTo>
                  <a:pt x="5897755" y="0"/>
                </a:lnTo>
                <a:cubicBezTo>
                  <a:pt x="5934251" y="0"/>
                  <a:pt x="5963837" y="29586"/>
                  <a:pt x="5963837" y="66083"/>
                </a:cubicBezTo>
                <a:lnTo>
                  <a:pt x="5963837" y="330405"/>
                </a:lnTo>
                <a:cubicBezTo>
                  <a:pt x="5963837" y="366902"/>
                  <a:pt x="5934251" y="396488"/>
                  <a:pt x="5897755" y="396488"/>
                </a:cubicBezTo>
                <a:lnTo>
                  <a:pt x="66083" y="396488"/>
                </a:lnTo>
                <a:cubicBezTo>
                  <a:pt x="29586" y="396488"/>
                  <a:pt x="0" y="366902"/>
                  <a:pt x="0" y="330405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70754" y="3146747"/>
            <a:ext cx="583167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Interoperabilitate: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Schimb securizat de date între furnizori pentru coordonare îmbunătățită.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34995" y="3722094"/>
            <a:ext cx="6237341" cy="2355064"/>
          </a:xfrm>
          <a:custGeom>
            <a:avLst/>
            <a:gdLst/>
            <a:ahLst/>
            <a:cxnLst/>
            <a:rect l="l" t="t" r="r" b="b"/>
            <a:pathLst>
              <a:path w="6237341" h="2355064">
                <a:moveTo>
                  <a:pt x="132166" y="0"/>
                </a:moveTo>
                <a:lnTo>
                  <a:pt x="6105174" y="0"/>
                </a:lnTo>
                <a:cubicBezTo>
                  <a:pt x="6178119" y="0"/>
                  <a:pt x="6237341" y="59222"/>
                  <a:pt x="6237341" y="132166"/>
                </a:cubicBezTo>
                <a:lnTo>
                  <a:pt x="6237341" y="2222898"/>
                </a:lnTo>
                <a:cubicBezTo>
                  <a:pt x="6237341" y="2295842"/>
                  <a:pt x="6178119" y="2355064"/>
                  <a:pt x="6105174" y="2355064"/>
                </a:cubicBezTo>
                <a:lnTo>
                  <a:pt x="132166" y="2355064"/>
                </a:lnTo>
                <a:cubicBezTo>
                  <a:pt x="59222" y="2355064"/>
                  <a:pt x="0" y="2295842"/>
                  <a:pt x="0" y="2222898"/>
                </a:cubicBezTo>
                <a:lnTo>
                  <a:pt x="0" y="132166"/>
                </a:lnTo>
                <a:cubicBezTo>
                  <a:pt x="0" y="59222"/>
                  <a:pt x="59222" y="0"/>
                  <a:pt x="132166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6442" y="3891743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99122" y="41778"/>
                </a:moveTo>
                <a:lnTo>
                  <a:pt x="93314" y="33725"/>
                </a:lnTo>
                <a:cubicBezTo>
                  <a:pt x="83634" y="20328"/>
                  <a:pt x="68108" y="12390"/>
                  <a:pt x="51536" y="12390"/>
                </a:cubicBezTo>
                <a:cubicBezTo>
                  <a:pt x="23077" y="12390"/>
                  <a:pt x="0" y="35467"/>
                  <a:pt x="0" y="63926"/>
                </a:cubicBezTo>
                <a:lnTo>
                  <a:pt x="0" y="64933"/>
                </a:lnTo>
                <a:cubicBezTo>
                  <a:pt x="0" y="74070"/>
                  <a:pt x="2401" y="83518"/>
                  <a:pt x="6427" y="92927"/>
                </a:cubicBezTo>
                <a:lnTo>
                  <a:pt x="47470" y="92927"/>
                </a:lnTo>
                <a:cubicBezTo>
                  <a:pt x="48709" y="92927"/>
                  <a:pt x="49832" y="92191"/>
                  <a:pt x="50335" y="91030"/>
                </a:cubicBezTo>
                <a:lnTo>
                  <a:pt x="62648" y="61487"/>
                </a:lnTo>
                <a:cubicBezTo>
                  <a:pt x="64081" y="58079"/>
                  <a:pt x="67411" y="55834"/>
                  <a:pt x="71089" y="55756"/>
                </a:cubicBezTo>
                <a:cubicBezTo>
                  <a:pt x="74767" y="55679"/>
                  <a:pt x="78175" y="57847"/>
                  <a:pt x="79685" y="61216"/>
                </a:cubicBezTo>
                <a:lnTo>
                  <a:pt x="99548" y="105317"/>
                </a:lnTo>
                <a:lnTo>
                  <a:pt x="115578" y="73257"/>
                </a:lnTo>
                <a:cubicBezTo>
                  <a:pt x="117165" y="70121"/>
                  <a:pt x="120379" y="68108"/>
                  <a:pt x="123902" y="68108"/>
                </a:cubicBezTo>
                <a:cubicBezTo>
                  <a:pt x="127426" y="68108"/>
                  <a:pt x="130640" y="70082"/>
                  <a:pt x="132227" y="73257"/>
                </a:cubicBezTo>
                <a:lnTo>
                  <a:pt x="141210" y="91184"/>
                </a:lnTo>
                <a:cubicBezTo>
                  <a:pt x="141752" y="92230"/>
                  <a:pt x="142798" y="92888"/>
                  <a:pt x="143998" y="92888"/>
                </a:cubicBezTo>
                <a:lnTo>
                  <a:pt x="191855" y="92888"/>
                </a:lnTo>
                <a:cubicBezTo>
                  <a:pt x="195921" y="83479"/>
                  <a:pt x="198283" y="74032"/>
                  <a:pt x="198283" y="64894"/>
                </a:cubicBezTo>
                <a:lnTo>
                  <a:pt x="198283" y="63887"/>
                </a:lnTo>
                <a:cubicBezTo>
                  <a:pt x="198244" y="35467"/>
                  <a:pt x="175167" y="12390"/>
                  <a:pt x="146708" y="12390"/>
                </a:cubicBezTo>
                <a:cubicBezTo>
                  <a:pt x="130175" y="12390"/>
                  <a:pt x="114610" y="20328"/>
                  <a:pt x="104930" y="33725"/>
                </a:cubicBezTo>
                <a:lnTo>
                  <a:pt x="99122" y="41740"/>
                </a:lnTo>
                <a:close/>
                <a:moveTo>
                  <a:pt x="181827" y="111512"/>
                </a:moveTo>
                <a:lnTo>
                  <a:pt x="143959" y="111512"/>
                </a:lnTo>
                <a:cubicBezTo>
                  <a:pt x="135751" y="111512"/>
                  <a:pt x="128239" y="106866"/>
                  <a:pt x="124561" y="99509"/>
                </a:cubicBezTo>
                <a:lnTo>
                  <a:pt x="123902" y="98193"/>
                </a:lnTo>
                <a:lnTo>
                  <a:pt x="107447" y="131143"/>
                </a:lnTo>
                <a:cubicBezTo>
                  <a:pt x="105859" y="134357"/>
                  <a:pt x="102529" y="136370"/>
                  <a:pt x="98928" y="136293"/>
                </a:cubicBezTo>
                <a:cubicBezTo>
                  <a:pt x="95327" y="136215"/>
                  <a:pt x="92114" y="134086"/>
                  <a:pt x="90642" y="130833"/>
                </a:cubicBezTo>
                <a:lnTo>
                  <a:pt x="71554" y="88435"/>
                </a:lnTo>
                <a:lnTo>
                  <a:pt x="67488" y="98193"/>
                </a:lnTo>
                <a:cubicBezTo>
                  <a:pt x="64120" y="106285"/>
                  <a:pt x="56221" y="111551"/>
                  <a:pt x="47470" y="111551"/>
                </a:cubicBezTo>
                <a:lnTo>
                  <a:pt x="16417" y="111551"/>
                </a:lnTo>
                <a:cubicBezTo>
                  <a:pt x="34693" y="140126"/>
                  <a:pt x="64042" y="166416"/>
                  <a:pt x="82395" y="180433"/>
                </a:cubicBezTo>
                <a:cubicBezTo>
                  <a:pt x="87196" y="184073"/>
                  <a:pt x="93082" y="185892"/>
                  <a:pt x="99083" y="185892"/>
                </a:cubicBezTo>
                <a:cubicBezTo>
                  <a:pt x="105085" y="185892"/>
                  <a:pt x="111009" y="184111"/>
                  <a:pt x="115771" y="180433"/>
                </a:cubicBezTo>
                <a:cubicBezTo>
                  <a:pt x="134202" y="166378"/>
                  <a:pt x="163551" y="140087"/>
                  <a:pt x="181827" y="11151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Text 27"/>
          <p:cNvSpPr/>
          <p:nvPr/>
        </p:nvSpPr>
        <p:spPr>
          <a:xfrm>
            <a:off x="719466" y="3858758"/>
            <a:ext cx="581515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Telemedicină &amp; Monitorizare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71661" y="4222004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62523" y="4321098"/>
            <a:ext cx="148683" cy="132163"/>
          </a:xfrm>
          <a:custGeom>
            <a:avLst/>
            <a:gdLst/>
            <a:ahLst/>
            <a:cxnLst/>
            <a:rect l="l" t="t" r="r" b="b"/>
            <a:pathLst>
              <a:path w="148683" h="132163">
                <a:moveTo>
                  <a:pt x="24780" y="16520"/>
                </a:moveTo>
                <a:cubicBezTo>
                  <a:pt x="15668" y="16520"/>
                  <a:pt x="8260" y="23929"/>
                  <a:pt x="8260" y="33041"/>
                </a:cubicBezTo>
                <a:lnTo>
                  <a:pt x="8260" y="99122"/>
                </a:lnTo>
                <a:cubicBezTo>
                  <a:pt x="8260" y="108234"/>
                  <a:pt x="15668" y="115642"/>
                  <a:pt x="24780" y="115642"/>
                </a:cubicBezTo>
                <a:lnTo>
                  <a:pt x="90862" y="115642"/>
                </a:lnTo>
                <a:cubicBezTo>
                  <a:pt x="99974" y="115642"/>
                  <a:pt x="107382" y="108234"/>
                  <a:pt x="107382" y="99122"/>
                </a:cubicBezTo>
                <a:lnTo>
                  <a:pt x="107382" y="33041"/>
                </a:lnTo>
                <a:cubicBezTo>
                  <a:pt x="107382" y="23929"/>
                  <a:pt x="99974" y="16520"/>
                  <a:pt x="90862" y="16520"/>
                </a:cubicBezTo>
                <a:lnTo>
                  <a:pt x="24780" y="16520"/>
                </a:lnTo>
                <a:close/>
                <a:moveTo>
                  <a:pt x="119772" y="86732"/>
                </a:moveTo>
                <a:lnTo>
                  <a:pt x="138745" y="101910"/>
                </a:lnTo>
                <a:cubicBezTo>
                  <a:pt x="139829" y="102787"/>
                  <a:pt x="141171" y="103252"/>
                  <a:pt x="142565" y="103252"/>
                </a:cubicBezTo>
                <a:cubicBezTo>
                  <a:pt x="145947" y="103252"/>
                  <a:pt x="148683" y="100516"/>
                  <a:pt x="148683" y="97134"/>
                </a:cubicBezTo>
                <a:lnTo>
                  <a:pt x="148683" y="35028"/>
                </a:lnTo>
                <a:cubicBezTo>
                  <a:pt x="148683" y="31647"/>
                  <a:pt x="145947" y="28911"/>
                  <a:pt x="142565" y="28911"/>
                </a:cubicBezTo>
                <a:cubicBezTo>
                  <a:pt x="141171" y="28911"/>
                  <a:pt x="139829" y="29375"/>
                  <a:pt x="138745" y="30253"/>
                </a:cubicBezTo>
                <a:lnTo>
                  <a:pt x="119772" y="45431"/>
                </a:lnTo>
                <a:lnTo>
                  <a:pt x="119772" y="86732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0"/>
          <p:cNvSpPr/>
          <p:nvPr/>
        </p:nvSpPr>
        <p:spPr>
          <a:xfrm>
            <a:off x="901161" y="4222004"/>
            <a:ext cx="275063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Consultații Video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01161" y="4453317"/>
            <a:ext cx="274237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Vizite virtuale securizate, accesibile de oriunde.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71661" y="4717614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87303" y="4816707"/>
            <a:ext cx="99122" cy="132163"/>
          </a:xfrm>
          <a:custGeom>
            <a:avLst/>
            <a:gdLst/>
            <a:ahLst/>
            <a:cxnLst/>
            <a:rect l="l" t="t" r="r" b="b"/>
            <a:pathLst>
              <a:path w="99122" h="132163">
                <a:moveTo>
                  <a:pt x="4130" y="16520"/>
                </a:moveTo>
                <a:cubicBezTo>
                  <a:pt x="4130" y="7408"/>
                  <a:pt x="11538" y="0"/>
                  <a:pt x="20650" y="0"/>
                </a:cubicBezTo>
                <a:lnTo>
                  <a:pt x="78472" y="0"/>
                </a:lnTo>
                <a:cubicBezTo>
                  <a:pt x="87584" y="0"/>
                  <a:pt x="94992" y="7408"/>
                  <a:pt x="94992" y="16520"/>
                </a:cubicBezTo>
                <a:lnTo>
                  <a:pt x="94992" y="115642"/>
                </a:lnTo>
                <a:cubicBezTo>
                  <a:pt x="94992" y="124754"/>
                  <a:pt x="87584" y="132163"/>
                  <a:pt x="78472" y="132163"/>
                </a:cubicBezTo>
                <a:lnTo>
                  <a:pt x="20650" y="132163"/>
                </a:lnTo>
                <a:cubicBezTo>
                  <a:pt x="11538" y="132163"/>
                  <a:pt x="4130" y="124754"/>
                  <a:pt x="4130" y="115642"/>
                </a:cubicBezTo>
                <a:lnTo>
                  <a:pt x="4130" y="16520"/>
                </a:lnTo>
                <a:close/>
                <a:moveTo>
                  <a:pt x="20650" y="16520"/>
                </a:moveTo>
                <a:lnTo>
                  <a:pt x="20650" y="94992"/>
                </a:lnTo>
                <a:lnTo>
                  <a:pt x="78472" y="94992"/>
                </a:lnTo>
                <a:lnTo>
                  <a:pt x="78472" y="16520"/>
                </a:lnTo>
                <a:lnTo>
                  <a:pt x="20650" y="16520"/>
                </a:lnTo>
                <a:close/>
                <a:moveTo>
                  <a:pt x="49561" y="121837"/>
                </a:moveTo>
                <a:cubicBezTo>
                  <a:pt x="54130" y="121837"/>
                  <a:pt x="57821" y="118146"/>
                  <a:pt x="57821" y="113577"/>
                </a:cubicBezTo>
                <a:cubicBezTo>
                  <a:pt x="57821" y="109008"/>
                  <a:pt x="54130" y="105317"/>
                  <a:pt x="49561" y="105317"/>
                </a:cubicBezTo>
                <a:cubicBezTo>
                  <a:pt x="44992" y="105317"/>
                  <a:pt x="41301" y="109008"/>
                  <a:pt x="41301" y="113577"/>
                </a:cubicBezTo>
                <a:cubicBezTo>
                  <a:pt x="41301" y="118146"/>
                  <a:pt x="44992" y="121837"/>
                  <a:pt x="49561" y="121837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7" name="Text 34"/>
          <p:cNvSpPr/>
          <p:nvPr/>
        </p:nvSpPr>
        <p:spPr>
          <a:xfrm>
            <a:off x="901161" y="4717614"/>
            <a:ext cx="235414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Wearable Devices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01161" y="4948926"/>
            <a:ext cx="2345886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Monitorizare continuă a semnelor vitale.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71661" y="5213223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79043" y="5312317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57821" y="0"/>
                </a:moveTo>
                <a:cubicBezTo>
                  <a:pt x="53252" y="0"/>
                  <a:pt x="49561" y="3691"/>
                  <a:pt x="49561" y="8260"/>
                </a:cubicBezTo>
                <a:lnTo>
                  <a:pt x="49561" y="9086"/>
                </a:lnTo>
                <a:cubicBezTo>
                  <a:pt x="30717" y="12907"/>
                  <a:pt x="16520" y="29582"/>
                  <a:pt x="16520" y="49561"/>
                </a:cubicBezTo>
                <a:lnTo>
                  <a:pt x="16520" y="55162"/>
                </a:lnTo>
                <a:cubicBezTo>
                  <a:pt x="16520" y="67578"/>
                  <a:pt x="12287" y="79633"/>
                  <a:pt x="4543" y="89339"/>
                </a:cubicBezTo>
                <a:lnTo>
                  <a:pt x="2013" y="92488"/>
                </a:lnTo>
                <a:cubicBezTo>
                  <a:pt x="697" y="94114"/>
                  <a:pt x="0" y="96128"/>
                  <a:pt x="0" y="98218"/>
                </a:cubicBezTo>
                <a:cubicBezTo>
                  <a:pt x="0" y="103278"/>
                  <a:pt x="4104" y="107382"/>
                  <a:pt x="9164" y="107382"/>
                </a:cubicBezTo>
                <a:lnTo>
                  <a:pt x="106453" y="107382"/>
                </a:lnTo>
                <a:cubicBezTo>
                  <a:pt x="111512" y="107382"/>
                  <a:pt x="115616" y="103278"/>
                  <a:pt x="115616" y="98218"/>
                </a:cubicBezTo>
                <a:cubicBezTo>
                  <a:pt x="115616" y="96128"/>
                  <a:pt x="114920" y="94114"/>
                  <a:pt x="113603" y="92488"/>
                </a:cubicBezTo>
                <a:lnTo>
                  <a:pt x="111073" y="89339"/>
                </a:lnTo>
                <a:cubicBezTo>
                  <a:pt x="103355" y="79633"/>
                  <a:pt x="99122" y="67578"/>
                  <a:pt x="99122" y="55162"/>
                </a:cubicBezTo>
                <a:lnTo>
                  <a:pt x="99122" y="49561"/>
                </a:lnTo>
                <a:cubicBezTo>
                  <a:pt x="99122" y="29582"/>
                  <a:pt x="84925" y="12907"/>
                  <a:pt x="66081" y="9086"/>
                </a:cubicBezTo>
                <a:lnTo>
                  <a:pt x="66081" y="8260"/>
                </a:lnTo>
                <a:cubicBezTo>
                  <a:pt x="66081" y="3691"/>
                  <a:pt x="62390" y="0"/>
                  <a:pt x="57821" y="0"/>
                </a:cubicBezTo>
                <a:close/>
                <a:moveTo>
                  <a:pt x="41817" y="119772"/>
                </a:moveTo>
                <a:cubicBezTo>
                  <a:pt x="43650" y="126897"/>
                  <a:pt x="50129" y="132163"/>
                  <a:pt x="57821" y="132163"/>
                </a:cubicBezTo>
                <a:cubicBezTo>
                  <a:pt x="65513" y="132163"/>
                  <a:pt x="71992" y="126897"/>
                  <a:pt x="73825" y="119772"/>
                </a:cubicBezTo>
                <a:lnTo>
                  <a:pt x="41817" y="119772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1" name="Text 38"/>
          <p:cNvSpPr/>
          <p:nvPr/>
        </p:nvSpPr>
        <p:spPr>
          <a:xfrm>
            <a:off x="901161" y="5213223"/>
            <a:ext cx="253587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Alerte Inteligente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01161" y="5444536"/>
            <a:ext cx="252761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Notificări automate pentru valori anormale.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749529" y="1391752"/>
            <a:ext cx="5105698" cy="2850674"/>
          </a:xfrm>
          <a:custGeom>
            <a:avLst/>
            <a:gdLst/>
            <a:ahLst/>
            <a:cxnLst/>
            <a:rect l="l" t="t" r="r" b="b"/>
            <a:pathLst>
              <a:path w="5105698" h="2850674">
                <a:moveTo>
                  <a:pt x="132157" y="0"/>
                </a:moveTo>
                <a:lnTo>
                  <a:pt x="4973541" y="0"/>
                </a:lnTo>
                <a:cubicBezTo>
                  <a:pt x="5046529" y="0"/>
                  <a:pt x="5105698" y="59169"/>
                  <a:pt x="5105698" y="132157"/>
                </a:cubicBezTo>
                <a:lnTo>
                  <a:pt x="5105698" y="2718517"/>
                </a:lnTo>
                <a:cubicBezTo>
                  <a:pt x="5105698" y="2791505"/>
                  <a:pt x="5046529" y="2850674"/>
                  <a:pt x="4973541" y="2850674"/>
                </a:cubicBezTo>
                <a:lnTo>
                  <a:pt x="132157" y="2850674"/>
                </a:lnTo>
                <a:cubicBezTo>
                  <a:pt x="59169" y="2850674"/>
                  <a:pt x="0" y="2791505"/>
                  <a:pt x="0" y="2718517"/>
                </a:cubicBezTo>
                <a:lnTo>
                  <a:pt x="0" y="132157"/>
                </a:lnTo>
                <a:cubicBezTo>
                  <a:pt x="0" y="59218"/>
                  <a:pt x="59218" y="0"/>
                  <a:pt x="13215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935755" y="1561401"/>
            <a:ext cx="148683" cy="198244"/>
          </a:xfrm>
          <a:custGeom>
            <a:avLst/>
            <a:gdLst/>
            <a:ahLst/>
            <a:cxnLst/>
            <a:rect l="l" t="t" r="r" b="b"/>
            <a:pathLst>
              <a:path w="148683" h="198244">
                <a:moveTo>
                  <a:pt x="49561" y="37171"/>
                </a:moveTo>
                <a:lnTo>
                  <a:pt x="49561" y="61951"/>
                </a:lnTo>
                <a:lnTo>
                  <a:pt x="99122" y="61951"/>
                </a:lnTo>
                <a:lnTo>
                  <a:pt x="99122" y="37171"/>
                </a:lnTo>
                <a:cubicBezTo>
                  <a:pt x="99122" y="23503"/>
                  <a:pt x="88009" y="12390"/>
                  <a:pt x="74341" y="12390"/>
                </a:cubicBezTo>
                <a:cubicBezTo>
                  <a:pt x="60673" y="12390"/>
                  <a:pt x="49561" y="23503"/>
                  <a:pt x="49561" y="37171"/>
                </a:cubicBezTo>
                <a:close/>
                <a:moveTo>
                  <a:pt x="24780" y="61951"/>
                </a:moveTo>
                <a:lnTo>
                  <a:pt x="24780" y="37171"/>
                </a:lnTo>
                <a:cubicBezTo>
                  <a:pt x="24780" y="9796"/>
                  <a:pt x="46967" y="-12390"/>
                  <a:pt x="74341" y="-12390"/>
                </a:cubicBezTo>
                <a:cubicBezTo>
                  <a:pt x="101716" y="-12390"/>
                  <a:pt x="123902" y="9796"/>
                  <a:pt x="123902" y="37171"/>
                </a:cubicBezTo>
                <a:lnTo>
                  <a:pt x="123902" y="61951"/>
                </a:lnTo>
                <a:cubicBezTo>
                  <a:pt x="137570" y="61951"/>
                  <a:pt x="148683" y="73064"/>
                  <a:pt x="148683" y="86732"/>
                </a:cubicBezTo>
                <a:lnTo>
                  <a:pt x="148683" y="173463"/>
                </a:lnTo>
                <a:cubicBezTo>
                  <a:pt x="148683" y="187131"/>
                  <a:pt x="137570" y="198244"/>
                  <a:pt x="123902" y="198244"/>
                </a:cubicBezTo>
                <a:lnTo>
                  <a:pt x="24780" y="198244"/>
                </a:lnTo>
                <a:cubicBezTo>
                  <a:pt x="11113" y="198244"/>
                  <a:pt x="0" y="187131"/>
                  <a:pt x="0" y="173463"/>
                </a:cubicBezTo>
                <a:lnTo>
                  <a:pt x="0" y="86732"/>
                </a:lnTo>
                <a:cubicBezTo>
                  <a:pt x="0" y="73064"/>
                  <a:pt x="11112" y="61951"/>
                  <a:pt x="24780" y="6195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2"/>
          <p:cNvSpPr/>
          <p:nvPr/>
        </p:nvSpPr>
        <p:spPr>
          <a:xfrm>
            <a:off x="7133999" y="1528416"/>
            <a:ext cx="4683512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Conformitate HIPAA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899961" y="1924646"/>
            <a:ext cx="4812921" cy="660813"/>
          </a:xfrm>
          <a:custGeom>
            <a:avLst/>
            <a:gdLst/>
            <a:ahLst/>
            <a:cxnLst/>
            <a:rect l="l" t="t" r="r" b="b"/>
            <a:pathLst>
              <a:path w="4812921" h="660813">
                <a:moveTo>
                  <a:pt x="27534" y="0"/>
                </a:moveTo>
                <a:lnTo>
                  <a:pt x="4746840" y="0"/>
                </a:lnTo>
                <a:cubicBezTo>
                  <a:pt x="4783336" y="0"/>
                  <a:pt x="4812921" y="29586"/>
                  <a:pt x="4812921" y="66081"/>
                </a:cubicBezTo>
                <a:lnTo>
                  <a:pt x="4812921" y="594732"/>
                </a:lnTo>
                <a:cubicBezTo>
                  <a:pt x="4812921" y="631227"/>
                  <a:pt x="4783336" y="660813"/>
                  <a:pt x="4746840" y="660813"/>
                </a:cubicBezTo>
                <a:lnTo>
                  <a:pt x="27534" y="660813"/>
                </a:lnTo>
                <a:cubicBezTo>
                  <a:pt x="12327" y="660813"/>
                  <a:pt x="0" y="648486"/>
                  <a:pt x="0" y="633279"/>
                </a:cubicBezTo>
                <a:lnTo>
                  <a:pt x="0" y="27534"/>
                </a:lnTo>
                <a:cubicBezTo>
                  <a:pt x="0" y="12338"/>
                  <a:pt x="12338" y="0"/>
                  <a:pt x="27534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899961" y="1924646"/>
            <a:ext cx="27534" cy="660813"/>
          </a:xfrm>
          <a:custGeom>
            <a:avLst/>
            <a:gdLst/>
            <a:ahLst/>
            <a:cxnLst/>
            <a:rect l="l" t="t" r="r" b="b"/>
            <a:pathLst>
              <a:path w="27534" h="660813">
                <a:moveTo>
                  <a:pt x="27534" y="0"/>
                </a:moveTo>
                <a:lnTo>
                  <a:pt x="27534" y="0"/>
                </a:lnTo>
                <a:lnTo>
                  <a:pt x="27534" y="660813"/>
                </a:lnTo>
                <a:lnTo>
                  <a:pt x="27534" y="660813"/>
                </a:lnTo>
                <a:cubicBezTo>
                  <a:pt x="12327" y="660813"/>
                  <a:pt x="0" y="648486"/>
                  <a:pt x="0" y="633279"/>
                </a:cubicBezTo>
                <a:lnTo>
                  <a:pt x="0" y="27534"/>
                </a:lnTo>
                <a:cubicBezTo>
                  <a:pt x="0" y="12338"/>
                  <a:pt x="12338" y="0"/>
                  <a:pt x="2753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5"/>
          <p:cNvSpPr/>
          <p:nvPr/>
        </p:nvSpPr>
        <p:spPr>
          <a:xfrm>
            <a:off x="7012821" y="2023740"/>
            <a:ext cx="467525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Rule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012821" y="2321021"/>
            <a:ext cx="4658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Protejarea informațiilor de sănătate (PHI). Acces minim necesar.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899961" y="2684266"/>
            <a:ext cx="4812921" cy="660813"/>
          </a:xfrm>
          <a:custGeom>
            <a:avLst/>
            <a:gdLst/>
            <a:ahLst/>
            <a:cxnLst/>
            <a:rect l="l" t="t" r="r" b="b"/>
            <a:pathLst>
              <a:path w="4812921" h="660813">
                <a:moveTo>
                  <a:pt x="27534" y="0"/>
                </a:moveTo>
                <a:lnTo>
                  <a:pt x="4746840" y="0"/>
                </a:lnTo>
                <a:cubicBezTo>
                  <a:pt x="4783336" y="0"/>
                  <a:pt x="4812921" y="29586"/>
                  <a:pt x="4812921" y="66081"/>
                </a:cubicBezTo>
                <a:lnTo>
                  <a:pt x="4812921" y="594732"/>
                </a:lnTo>
                <a:cubicBezTo>
                  <a:pt x="4812921" y="631227"/>
                  <a:pt x="4783336" y="660813"/>
                  <a:pt x="4746840" y="660813"/>
                </a:cubicBezTo>
                <a:lnTo>
                  <a:pt x="27534" y="660813"/>
                </a:lnTo>
                <a:cubicBezTo>
                  <a:pt x="12327" y="660813"/>
                  <a:pt x="0" y="648486"/>
                  <a:pt x="0" y="633279"/>
                </a:cubicBezTo>
                <a:lnTo>
                  <a:pt x="0" y="27534"/>
                </a:lnTo>
                <a:cubicBezTo>
                  <a:pt x="0" y="12338"/>
                  <a:pt x="12338" y="0"/>
                  <a:pt x="27534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899961" y="2684266"/>
            <a:ext cx="27534" cy="660813"/>
          </a:xfrm>
          <a:custGeom>
            <a:avLst/>
            <a:gdLst/>
            <a:ahLst/>
            <a:cxnLst/>
            <a:rect l="l" t="t" r="r" b="b"/>
            <a:pathLst>
              <a:path w="27534" h="660813">
                <a:moveTo>
                  <a:pt x="27534" y="0"/>
                </a:moveTo>
                <a:lnTo>
                  <a:pt x="27534" y="0"/>
                </a:lnTo>
                <a:lnTo>
                  <a:pt x="27534" y="660813"/>
                </a:lnTo>
                <a:lnTo>
                  <a:pt x="27534" y="660813"/>
                </a:lnTo>
                <a:cubicBezTo>
                  <a:pt x="12327" y="660813"/>
                  <a:pt x="0" y="648486"/>
                  <a:pt x="0" y="633279"/>
                </a:cubicBezTo>
                <a:lnTo>
                  <a:pt x="0" y="27534"/>
                </a:lnTo>
                <a:cubicBezTo>
                  <a:pt x="0" y="12338"/>
                  <a:pt x="12338" y="0"/>
                  <a:pt x="27534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2" name="Text 49"/>
          <p:cNvSpPr/>
          <p:nvPr/>
        </p:nvSpPr>
        <p:spPr>
          <a:xfrm>
            <a:off x="7012821" y="2783360"/>
            <a:ext cx="467525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Rule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12821" y="3080637"/>
            <a:ext cx="4658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Protecția ePHI - criptare, controale acces, audit trails.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899961" y="3443887"/>
            <a:ext cx="4812921" cy="660813"/>
          </a:xfrm>
          <a:custGeom>
            <a:avLst/>
            <a:gdLst/>
            <a:ahLst/>
            <a:cxnLst/>
            <a:rect l="l" t="t" r="r" b="b"/>
            <a:pathLst>
              <a:path w="4812921" h="660813">
                <a:moveTo>
                  <a:pt x="27534" y="0"/>
                </a:moveTo>
                <a:lnTo>
                  <a:pt x="4746840" y="0"/>
                </a:lnTo>
                <a:cubicBezTo>
                  <a:pt x="4783336" y="0"/>
                  <a:pt x="4812921" y="29586"/>
                  <a:pt x="4812921" y="66081"/>
                </a:cubicBezTo>
                <a:lnTo>
                  <a:pt x="4812921" y="594732"/>
                </a:lnTo>
                <a:cubicBezTo>
                  <a:pt x="4812921" y="631227"/>
                  <a:pt x="4783336" y="660813"/>
                  <a:pt x="4746840" y="660813"/>
                </a:cubicBezTo>
                <a:lnTo>
                  <a:pt x="27534" y="660813"/>
                </a:lnTo>
                <a:cubicBezTo>
                  <a:pt x="12327" y="660813"/>
                  <a:pt x="0" y="648486"/>
                  <a:pt x="0" y="633279"/>
                </a:cubicBezTo>
                <a:lnTo>
                  <a:pt x="0" y="27534"/>
                </a:lnTo>
                <a:cubicBezTo>
                  <a:pt x="0" y="12338"/>
                  <a:pt x="12338" y="0"/>
                  <a:pt x="27534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899961" y="3443887"/>
            <a:ext cx="27534" cy="660813"/>
          </a:xfrm>
          <a:custGeom>
            <a:avLst/>
            <a:gdLst/>
            <a:ahLst/>
            <a:cxnLst/>
            <a:rect l="l" t="t" r="r" b="b"/>
            <a:pathLst>
              <a:path w="27534" h="660813">
                <a:moveTo>
                  <a:pt x="27534" y="0"/>
                </a:moveTo>
                <a:lnTo>
                  <a:pt x="27534" y="0"/>
                </a:lnTo>
                <a:lnTo>
                  <a:pt x="27534" y="660813"/>
                </a:lnTo>
                <a:lnTo>
                  <a:pt x="27534" y="660813"/>
                </a:lnTo>
                <a:cubicBezTo>
                  <a:pt x="12327" y="660813"/>
                  <a:pt x="0" y="648486"/>
                  <a:pt x="0" y="633279"/>
                </a:cubicBezTo>
                <a:lnTo>
                  <a:pt x="0" y="27534"/>
                </a:lnTo>
                <a:cubicBezTo>
                  <a:pt x="0" y="12338"/>
                  <a:pt x="12338" y="0"/>
                  <a:pt x="2753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3"/>
          <p:cNvSpPr/>
          <p:nvPr/>
        </p:nvSpPr>
        <p:spPr>
          <a:xfrm>
            <a:off x="7012821" y="3542977"/>
            <a:ext cx="467525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Breach Notification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012821" y="3840258"/>
            <a:ext cx="4658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Notificare în 60 zile pentru breșe de securitate.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749529" y="4382330"/>
            <a:ext cx="5105698" cy="1694251"/>
          </a:xfrm>
          <a:custGeom>
            <a:avLst/>
            <a:gdLst/>
            <a:ahLst/>
            <a:cxnLst/>
            <a:rect l="l" t="t" r="r" b="b"/>
            <a:pathLst>
              <a:path w="5105698" h="1694251">
                <a:moveTo>
                  <a:pt x="132169" y="0"/>
                </a:moveTo>
                <a:lnTo>
                  <a:pt x="4973530" y="0"/>
                </a:lnTo>
                <a:cubicBezTo>
                  <a:pt x="5046524" y="0"/>
                  <a:pt x="5105698" y="59174"/>
                  <a:pt x="5105698" y="132169"/>
                </a:cubicBezTo>
                <a:lnTo>
                  <a:pt x="5105698" y="1562083"/>
                </a:lnTo>
                <a:cubicBezTo>
                  <a:pt x="5105698" y="1635077"/>
                  <a:pt x="5046524" y="1694251"/>
                  <a:pt x="4973530" y="1694251"/>
                </a:cubicBezTo>
                <a:lnTo>
                  <a:pt x="132169" y="1694251"/>
                </a:lnTo>
                <a:cubicBezTo>
                  <a:pt x="59174" y="1694251"/>
                  <a:pt x="0" y="1635077"/>
                  <a:pt x="0" y="1562083"/>
                </a:cubicBezTo>
                <a:lnTo>
                  <a:pt x="0" y="132169"/>
                </a:lnTo>
                <a:cubicBezTo>
                  <a:pt x="0" y="59223"/>
                  <a:pt x="59223" y="0"/>
                  <a:pt x="13216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906844" y="4551979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82602" y="0"/>
                </a:moveTo>
                <a:cubicBezTo>
                  <a:pt x="84086" y="0"/>
                  <a:pt x="85570" y="323"/>
                  <a:pt x="86925" y="936"/>
                </a:cubicBezTo>
                <a:lnTo>
                  <a:pt x="147715" y="26716"/>
                </a:lnTo>
                <a:cubicBezTo>
                  <a:pt x="154814" y="29717"/>
                  <a:pt x="160105" y="36719"/>
                  <a:pt x="160073" y="45173"/>
                </a:cubicBezTo>
                <a:cubicBezTo>
                  <a:pt x="159912" y="77181"/>
                  <a:pt x="146747" y="135744"/>
                  <a:pt x="91152" y="162364"/>
                </a:cubicBezTo>
                <a:cubicBezTo>
                  <a:pt x="85764" y="164945"/>
                  <a:pt x="79504" y="164945"/>
                  <a:pt x="74116" y="162364"/>
                </a:cubicBezTo>
                <a:cubicBezTo>
                  <a:pt x="18489" y="135744"/>
                  <a:pt x="5356" y="77181"/>
                  <a:pt x="5195" y="45173"/>
                </a:cubicBezTo>
                <a:cubicBezTo>
                  <a:pt x="5163" y="36719"/>
                  <a:pt x="10454" y="29717"/>
                  <a:pt x="17553" y="26716"/>
                </a:cubicBezTo>
                <a:lnTo>
                  <a:pt x="78310" y="936"/>
                </a:lnTo>
                <a:cubicBezTo>
                  <a:pt x="79665" y="323"/>
                  <a:pt x="81117" y="0"/>
                  <a:pt x="82602" y="0"/>
                </a:cubicBezTo>
                <a:close/>
                <a:moveTo>
                  <a:pt x="82602" y="21554"/>
                </a:moveTo>
                <a:lnTo>
                  <a:pt x="82602" y="143553"/>
                </a:lnTo>
                <a:cubicBezTo>
                  <a:pt x="127129" y="121999"/>
                  <a:pt x="139100" y="74245"/>
                  <a:pt x="139390" y="45657"/>
                </a:cubicBezTo>
                <a:lnTo>
                  <a:pt x="82602" y="21586"/>
                </a:lnTo>
                <a:lnTo>
                  <a:pt x="82602" y="21586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0" name="Text 57"/>
          <p:cNvSpPr/>
          <p:nvPr/>
        </p:nvSpPr>
        <p:spPr>
          <a:xfrm>
            <a:off x="7092698" y="4518999"/>
            <a:ext cx="470829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Securitate Date Pacienți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898584" y="4873927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2" name="Text 59"/>
          <p:cNvSpPr/>
          <p:nvPr/>
        </p:nvSpPr>
        <p:spPr>
          <a:xfrm>
            <a:off x="7096570" y="4849260"/>
            <a:ext cx="182549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Criptare AES 256-bit (rest &amp; transit)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898584" y="5104954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4" name="Text 61"/>
          <p:cNvSpPr/>
          <p:nvPr/>
        </p:nvSpPr>
        <p:spPr>
          <a:xfrm>
            <a:off x="7096570" y="5080286"/>
            <a:ext cx="139596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authentication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898584" y="5335980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6" name="Text 63"/>
          <p:cNvSpPr/>
          <p:nvPr/>
        </p:nvSpPr>
        <p:spPr>
          <a:xfrm>
            <a:off x="7096570" y="5311313"/>
            <a:ext cx="1090341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trails complete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898584" y="5567007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8" name="Text 65"/>
          <p:cNvSpPr/>
          <p:nvPr/>
        </p:nvSpPr>
        <p:spPr>
          <a:xfrm>
            <a:off x="7096570" y="5542339"/>
            <a:ext cx="1429008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 și disaster recovery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898584" y="5798033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70" name="Text 67"/>
          <p:cNvSpPr/>
          <p:nvPr/>
        </p:nvSpPr>
        <p:spPr>
          <a:xfrm>
            <a:off x="7096570" y="5773366"/>
            <a:ext cx="162725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Associate Agreements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334995" y="6183364"/>
            <a:ext cx="11515584" cy="636950"/>
          </a:xfrm>
          <a:custGeom>
            <a:avLst/>
            <a:gdLst/>
            <a:ahLst/>
            <a:cxnLst/>
            <a:rect l="l" t="t" r="r" b="b"/>
            <a:pathLst>
              <a:path w="11515584" h="636950">
                <a:moveTo>
                  <a:pt x="99122" y="0"/>
                </a:moveTo>
                <a:lnTo>
                  <a:pt x="11416462" y="0"/>
                </a:lnTo>
                <a:cubicBezTo>
                  <a:pt x="11471206" y="0"/>
                  <a:pt x="11515584" y="44379"/>
                  <a:pt x="11515584" y="99122"/>
                </a:cubicBezTo>
                <a:lnTo>
                  <a:pt x="11515584" y="537828"/>
                </a:lnTo>
                <a:cubicBezTo>
                  <a:pt x="11515584" y="592572"/>
                  <a:pt x="11471206" y="636950"/>
                  <a:pt x="11416462" y="636950"/>
                </a:cubicBezTo>
                <a:lnTo>
                  <a:pt x="99122" y="636950"/>
                </a:lnTo>
                <a:cubicBezTo>
                  <a:pt x="44379" y="636950"/>
                  <a:pt x="0" y="592572"/>
                  <a:pt x="0" y="537828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60A5FA">
                  <a:alpha val="20000"/>
                </a:srgbClr>
              </a:gs>
            </a:gsLst>
            <a:lin ang="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63458" y="6402771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93314" y="33725"/>
                </a:moveTo>
                <a:lnTo>
                  <a:pt x="99122" y="41740"/>
                </a:lnTo>
                <a:lnTo>
                  <a:pt x="104930" y="33725"/>
                </a:lnTo>
                <a:cubicBezTo>
                  <a:pt x="114610" y="20328"/>
                  <a:pt x="130175" y="12390"/>
                  <a:pt x="146708" y="12390"/>
                </a:cubicBezTo>
                <a:cubicBezTo>
                  <a:pt x="175167" y="12390"/>
                  <a:pt x="198244" y="35467"/>
                  <a:pt x="198244" y="63926"/>
                </a:cubicBezTo>
                <a:lnTo>
                  <a:pt x="198244" y="64933"/>
                </a:lnTo>
                <a:cubicBezTo>
                  <a:pt x="198244" y="108376"/>
                  <a:pt x="144075" y="158827"/>
                  <a:pt x="115810" y="180394"/>
                </a:cubicBezTo>
                <a:cubicBezTo>
                  <a:pt x="111009" y="184034"/>
                  <a:pt x="105123" y="185854"/>
                  <a:pt x="99122" y="185854"/>
                </a:cubicBezTo>
                <a:cubicBezTo>
                  <a:pt x="93120" y="185854"/>
                  <a:pt x="87196" y="184073"/>
                  <a:pt x="82434" y="180394"/>
                </a:cubicBezTo>
                <a:cubicBezTo>
                  <a:pt x="54169" y="158827"/>
                  <a:pt x="0" y="108376"/>
                  <a:pt x="0" y="64933"/>
                </a:cubicBezTo>
                <a:lnTo>
                  <a:pt x="0" y="63926"/>
                </a:lnTo>
                <a:cubicBezTo>
                  <a:pt x="0" y="35467"/>
                  <a:pt x="23077" y="12390"/>
                  <a:pt x="51536" y="12390"/>
                </a:cubicBezTo>
                <a:cubicBezTo>
                  <a:pt x="68069" y="12390"/>
                  <a:pt x="83634" y="20328"/>
                  <a:pt x="93314" y="33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3" name="Text 70"/>
          <p:cNvSpPr/>
          <p:nvPr/>
        </p:nvSpPr>
        <p:spPr>
          <a:xfrm>
            <a:off x="818416" y="6287044"/>
            <a:ext cx="3436228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Sănătate Digitală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818416" y="6518357"/>
            <a:ext cx="3427967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EHR • Telemedicină • HIPAA • Securitate • Interoperabilitate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10107915" y="6287190"/>
            <a:ext cx="1643772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61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277 zile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10149216" y="6551341"/>
            <a:ext cx="160247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timp mediu de detectare breșe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bdfb7d156ec8b81094baea89e1931dd479133a4a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628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A1628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17500"/>
            <a:ext cx="63500" cy="508000"/>
          </a:xfrm>
          <a:custGeom>
            <a:avLst/>
            <a:gdLst/>
            <a:ahLst/>
            <a:cxnLst/>
            <a:rect l="l" t="t" r="r" b="b"/>
            <a:pathLst>
              <a:path w="63500" h="508000">
                <a:moveTo>
                  <a:pt x="0" y="0"/>
                </a:moveTo>
                <a:lnTo>
                  <a:pt x="63500" y="0"/>
                </a:lnTo>
                <a:lnTo>
                  <a:pt x="6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07807" y="380891"/>
            <a:ext cx="3929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Securitate Cibernetică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888833"/>
            <a:ext cx="11557000" cy="31750"/>
          </a:xfrm>
          <a:custGeom>
            <a:avLst/>
            <a:gdLst/>
            <a:ahLst/>
            <a:cxnLst/>
            <a:rect l="l" t="t" r="r" b="b"/>
            <a:pathLst>
              <a:path w="11557000" h="31750">
                <a:moveTo>
                  <a:pt x="0" y="0"/>
                </a:moveTo>
                <a:lnTo>
                  <a:pt x="11557000" y="0"/>
                </a:lnTo>
                <a:lnTo>
                  <a:pt x="11557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17500" y="983921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Protecție completă împotriva amenințărilor digitale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1910" y="1337386"/>
            <a:ext cx="3755319" cy="2580569"/>
          </a:xfrm>
          <a:custGeom>
            <a:avLst/>
            <a:gdLst/>
            <a:ahLst/>
            <a:cxnLst/>
            <a:rect l="l" t="t" r="r" b="b"/>
            <a:pathLst>
              <a:path w="3755319" h="2580569">
                <a:moveTo>
                  <a:pt x="126990" y="0"/>
                </a:moveTo>
                <a:lnTo>
                  <a:pt x="3628330" y="0"/>
                </a:lnTo>
                <a:cubicBezTo>
                  <a:pt x="3698464" y="0"/>
                  <a:pt x="3755319" y="56855"/>
                  <a:pt x="3755319" y="126990"/>
                </a:cubicBezTo>
                <a:lnTo>
                  <a:pt x="3755319" y="2453580"/>
                </a:lnTo>
                <a:cubicBezTo>
                  <a:pt x="3755319" y="2523667"/>
                  <a:pt x="3698417" y="2580569"/>
                  <a:pt x="3628330" y="2580569"/>
                </a:cubicBezTo>
                <a:lnTo>
                  <a:pt x="126990" y="2580569"/>
                </a:lnTo>
                <a:cubicBezTo>
                  <a:pt x="56855" y="2580569"/>
                  <a:pt x="0" y="2523714"/>
                  <a:pt x="0" y="245358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237" y="1468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544463" y="1579783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39688" y="9922"/>
                </a:moveTo>
                <a:cubicBezTo>
                  <a:pt x="28742" y="9922"/>
                  <a:pt x="19844" y="18821"/>
                  <a:pt x="19844" y="29766"/>
                </a:cubicBezTo>
                <a:lnTo>
                  <a:pt x="19844" y="104180"/>
                </a:lnTo>
                <a:lnTo>
                  <a:pt x="39688" y="104180"/>
                </a:lnTo>
                <a:lnTo>
                  <a:pt x="39688" y="29766"/>
                </a:lnTo>
                <a:lnTo>
                  <a:pt x="158750" y="29766"/>
                </a:lnTo>
                <a:lnTo>
                  <a:pt x="158750" y="104180"/>
                </a:lnTo>
                <a:lnTo>
                  <a:pt x="178594" y="104180"/>
                </a:lnTo>
                <a:lnTo>
                  <a:pt x="178594" y="29766"/>
                </a:lnTo>
                <a:cubicBezTo>
                  <a:pt x="178594" y="18821"/>
                  <a:pt x="169695" y="9922"/>
                  <a:pt x="158750" y="9922"/>
                </a:cubicBezTo>
                <a:lnTo>
                  <a:pt x="39688" y="9922"/>
                </a:lnTo>
                <a:close/>
                <a:moveTo>
                  <a:pt x="5953" y="119062"/>
                </a:moveTo>
                <a:cubicBezTo>
                  <a:pt x="2667" y="119062"/>
                  <a:pt x="0" y="121729"/>
                  <a:pt x="0" y="125016"/>
                </a:cubicBezTo>
                <a:cubicBezTo>
                  <a:pt x="0" y="138162"/>
                  <a:pt x="10666" y="148828"/>
                  <a:pt x="23813" y="148828"/>
                </a:cubicBezTo>
                <a:lnTo>
                  <a:pt x="174625" y="148828"/>
                </a:lnTo>
                <a:cubicBezTo>
                  <a:pt x="187771" y="148828"/>
                  <a:pt x="198437" y="138162"/>
                  <a:pt x="198437" y="125016"/>
                </a:cubicBezTo>
                <a:cubicBezTo>
                  <a:pt x="198437" y="121729"/>
                  <a:pt x="195771" y="119062"/>
                  <a:pt x="192484" y="119062"/>
                </a:cubicBezTo>
                <a:lnTo>
                  <a:pt x="5953" y="1190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29349" y="1548088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Endpoint Security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3237" y="1944827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Protecție pentru toate dispozitivele din rețea.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3237" y="2230631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16627" y="2294019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6627" y="2484604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Detection &amp; Response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3237" y="2769994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16627" y="283338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27" y="3023967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Protection Platform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3237" y="3309360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16627" y="3372748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XDR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27" y="3563333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Extended Detection &amp; Response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16521" y="1337386"/>
            <a:ext cx="3755319" cy="2580569"/>
          </a:xfrm>
          <a:custGeom>
            <a:avLst/>
            <a:gdLst/>
            <a:ahLst/>
            <a:cxnLst/>
            <a:rect l="l" t="t" r="r" b="b"/>
            <a:pathLst>
              <a:path w="3755319" h="2580569">
                <a:moveTo>
                  <a:pt x="126990" y="0"/>
                </a:moveTo>
                <a:lnTo>
                  <a:pt x="3628330" y="0"/>
                </a:lnTo>
                <a:cubicBezTo>
                  <a:pt x="3698464" y="0"/>
                  <a:pt x="3755319" y="56855"/>
                  <a:pt x="3755319" y="126990"/>
                </a:cubicBezTo>
                <a:lnTo>
                  <a:pt x="3755319" y="2453580"/>
                </a:lnTo>
                <a:cubicBezTo>
                  <a:pt x="3755319" y="2523667"/>
                  <a:pt x="3698417" y="2580569"/>
                  <a:pt x="3628330" y="2580569"/>
                </a:cubicBezTo>
                <a:lnTo>
                  <a:pt x="126990" y="2580569"/>
                </a:lnTo>
                <a:cubicBezTo>
                  <a:pt x="56855" y="2580569"/>
                  <a:pt x="0" y="2523714"/>
                  <a:pt x="0" y="245358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47848" y="1468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448996" y="15797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76895" y="27285"/>
                </a:moveTo>
                <a:lnTo>
                  <a:pt x="101699" y="27285"/>
                </a:lnTo>
                <a:lnTo>
                  <a:pt x="101699" y="42168"/>
                </a:lnTo>
                <a:lnTo>
                  <a:pt x="76895" y="42168"/>
                </a:lnTo>
                <a:lnTo>
                  <a:pt x="76895" y="27285"/>
                </a:lnTo>
                <a:close/>
                <a:moveTo>
                  <a:pt x="74414" y="9922"/>
                </a:moveTo>
                <a:cubicBezTo>
                  <a:pt x="66198" y="9922"/>
                  <a:pt x="59531" y="16588"/>
                  <a:pt x="59531" y="24805"/>
                </a:cubicBezTo>
                <a:lnTo>
                  <a:pt x="59531" y="44648"/>
                </a:lnTo>
                <a:cubicBezTo>
                  <a:pt x="59531" y="52865"/>
                  <a:pt x="66198" y="59531"/>
                  <a:pt x="74414" y="59531"/>
                </a:cubicBezTo>
                <a:lnTo>
                  <a:pt x="79375" y="59531"/>
                </a:lnTo>
                <a:lnTo>
                  <a:pt x="79375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39688" y="89297"/>
                </a:lnTo>
                <a:lnTo>
                  <a:pt x="39688" y="99219"/>
                </a:lnTo>
                <a:lnTo>
                  <a:pt x="34727" y="99219"/>
                </a:lnTo>
                <a:cubicBezTo>
                  <a:pt x="26510" y="99219"/>
                  <a:pt x="19844" y="105885"/>
                  <a:pt x="19844" y="114102"/>
                </a:cubicBezTo>
                <a:lnTo>
                  <a:pt x="19844" y="133945"/>
                </a:lnTo>
                <a:cubicBezTo>
                  <a:pt x="19844" y="142162"/>
                  <a:pt x="26510" y="148828"/>
                  <a:pt x="34727" y="148828"/>
                </a:cubicBezTo>
                <a:lnTo>
                  <a:pt x="64492" y="148828"/>
                </a:lnTo>
                <a:cubicBezTo>
                  <a:pt x="72709" y="148828"/>
                  <a:pt x="79375" y="142162"/>
                  <a:pt x="79375" y="133945"/>
                </a:cubicBezTo>
                <a:lnTo>
                  <a:pt x="79375" y="114102"/>
                </a:lnTo>
                <a:cubicBezTo>
                  <a:pt x="79375" y="105885"/>
                  <a:pt x="72709" y="99219"/>
                  <a:pt x="64492" y="99219"/>
                </a:cubicBezTo>
                <a:lnTo>
                  <a:pt x="59531" y="99219"/>
                </a:lnTo>
                <a:lnTo>
                  <a:pt x="59531" y="89297"/>
                </a:lnTo>
                <a:lnTo>
                  <a:pt x="119062" y="89297"/>
                </a:lnTo>
                <a:lnTo>
                  <a:pt x="119062" y="99219"/>
                </a:lnTo>
                <a:lnTo>
                  <a:pt x="114102" y="99219"/>
                </a:lnTo>
                <a:cubicBezTo>
                  <a:pt x="105885" y="99219"/>
                  <a:pt x="99219" y="105885"/>
                  <a:pt x="99219" y="114102"/>
                </a:cubicBezTo>
                <a:lnTo>
                  <a:pt x="99219" y="133945"/>
                </a:lnTo>
                <a:cubicBezTo>
                  <a:pt x="99219" y="142162"/>
                  <a:pt x="105885" y="148828"/>
                  <a:pt x="114102" y="148828"/>
                </a:cubicBezTo>
                <a:lnTo>
                  <a:pt x="143867" y="148828"/>
                </a:lnTo>
                <a:cubicBezTo>
                  <a:pt x="152084" y="148828"/>
                  <a:pt x="158750" y="142162"/>
                  <a:pt x="158750" y="133945"/>
                </a:cubicBezTo>
                <a:lnTo>
                  <a:pt x="158750" y="114102"/>
                </a:lnTo>
                <a:cubicBezTo>
                  <a:pt x="158750" y="105885"/>
                  <a:pt x="152084" y="99219"/>
                  <a:pt x="143867" y="99219"/>
                </a:cubicBezTo>
                <a:lnTo>
                  <a:pt x="138906" y="99219"/>
                </a:lnTo>
                <a:lnTo>
                  <a:pt x="138906" y="89297"/>
                </a:lnTo>
                <a:lnTo>
                  <a:pt x="168672" y="89297"/>
                </a:lnTo>
                <a:cubicBezTo>
                  <a:pt x="174160" y="89297"/>
                  <a:pt x="178594" y="84863"/>
                  <a:pt x="178594" y="79375"/>
                </a:cubicBezTo>
                <a:cubicBezTo>
                  <a:pt x="178594" y="73887"/>
                  <a:pt x="174160" y="69453"/>
                  <a:pt x="168672" y="69453"/>
                </a:cubicBezTo>
                <a:lnTo>
                  <a:pt x="99219" y="69453"/>
                </a:lnTo>
                <a:lnTo>
                  <a:pt x="99219" y="59531"/>
                </a:lnTo>
                <a:lnTo>
                  <a:pt x="104180" y="59531"/>
                </a:lnTo>
                <a:cubicBezTo>
                  <a:pt x="112396" y="59531"/>
                  <a:pt x="119062" y="52865"/>
                  <a:pt x="119062" y="44648"/>
                </a:cubicBezTo>
                <a:lnTo>
                  <a:pt x="119062" y="24805"/>
                </a:lnTo>
                <a:cubicBezTo>
                  <a:pt x="119062" y="16588"/>
                  <a:pt x="112396" y="9922"/>
                  <a:pt x="104180" y="9922"/>
                </a:cubicBezTo>
                <a:lnTo>
                  <a:pt x="74414" y="9922"/>
                </a:lnTo>
                <a:close/>
                <a:moveTo>
                  <a:pt x="138906" y="116582"/>
                </a:moveTo>
                <a:lnTo>
                  <a:pt x="141387" y="116582"/>
                </a:lnTo>
                <a:lnTo>
                  <a:pt x="141387" y="131465"/>
                </a:lnTo>
                <a:lnTo>
                  <a:pt x="116582" y="131465"/>
                </a:lnTo>
                <a:lnTo>
                  <a:pt x="116582" y="116582"/>
                </a:lnTo>
                <a:lnTo>
                  <a:pt x="138906" y="116582"/>
                </a:lnTo>
                <a:close/>
                <a:moveTo>
                  <a:pt x="59531" y="116582"/>
                </a:moveTo>
                <a:lnTo>
                  <a:pt x="62012" y="116582"/>
                </a:lnTo>
                <a:lnTo>
                  <a:pt x="62012" y="131465"/>
                </a:lnTo>
                <a:lnTo>
                  <a:pt x="37207" y="131465"/>
                </a:lnTo>
                <a:lnTo>
                  <a:pt x="37207" y="116582"/>
                </a:lnTo>
                <a:lnTo>
                  <a:pt x="59531" y="1165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823961" y="1548088"/>
            <a:ext cx="129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Security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7848" y="1944827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Protecția rețelei și a traficului de date.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47848" y="2230631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411238" y="2294019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NGFW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11238" y="2484604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Next-Generation Firewall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347848" y="2769994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411238" y="283338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NIDS/NIPS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411238" y="3023967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Intrusion Detection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347848" y="3309360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411238" y="3372748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411238" y="3563333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Private Network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11133" y="1337386"/>
            <a:ext cx="3755319" cy="2580569"/>
          </a:xfrm>
          <a:custGeom>
            <a:avLst/>
            <a:gdLst/>
            <a:ahLst/>
            <a:cxnLst/>
            <a:rect l="l" t="t" r="r" b="b"/>
            <a:pathLst>
              <a:path w="3755319" h="2580569">
                <a:moveTo>
                  <a:pt x="126990" y="0"/>
                </a:moveTo>
                <a:lnTo>
                  <a:pt x="3628330" y="0"/>
                </a:lnTo>
                <a:cubicBezTo>
                  <a:pt x="3698464" y="0"/>
                  <a:pt x="3755319" y="56855"/>
                  <a:pt x="3755319" y="126990"/>
                </a:cubicBezTo>
                <a:lnTo>
                  <a:pt x="3755319" y="2453580"/>
                </a:lnTo>
                <a:cubicBezTo>
                  <a:pt x="3755319" y="2523667"/>
                  <a:pt x="3698417" y="2580569"/>
                  <a:pt x="3628330" y="2580569"/>
                </a:cubicBezTo>
                <a:lnTo>
                  <a:pt x="126990" y="2580569"/>
                </a:lnTo>
                <a:cubicBezTo>
                  <a:pt x="56855" y="2580569"/>
                  <a:pt x="0" y="2523714"/>
                  <a:pt x="0" y="245358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42460" y="1468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Shape 35"/>
          <p:cNvSpPr/>
          <p:nvPr/>
        </p:nvSpPr>
        <p:spPr>
          <a:xfrm>
            <a:off x="8343608" y="15797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8718572" y="1548088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Security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242460" y="1944827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Securitate pentru mediile cloud.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42460" y="2230631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8305850" y="2294019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CASB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305850" y="2484604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Access Security Broker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242460" y="2769994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8305850" y="283338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CWPP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305850" y="3023967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Workload Protection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42460" y="3309360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8305850" y="3372748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CSPM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305850" y="3563333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Security Posture Mgmt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21910" y="4052395"/>
            <a:ext cx="3755319" cy="2580569"/>
          </a:xfrm>
          <a:custGeom>
            <a:avLst/>
            <a:gdLst/>
            <a:ahLst/>
            <a:cxnLst/>
            <a:rect l="l" t="t" r="r" b="b"/>
            <a:pathLst>
              <a:path w="3755319" h="2580569">
                <a:moveTo>
                  <a:pt x="126990" y="0"/>
                </a:moveTo>
                <a:lnTo>
                  <a:pt x="3628330" y="0"/>
                </a:lnTo>
                <a:cubicBezTo>
                  <a:pt x="3698464" y="0"/>
                  <a:pt x="3755319" y="56855"/>
                  <a:pt x="3755319" y="126990"/>
                </a:cubicBezTo>
                <a:lnTo>
                  <a:pt x="3755319" y="2453580"/>
                </a:lnTo>
                <a:cubicBezTo>
                  <a:pt x="3755319" y="2523667"/>
                  <a:pt x="3698417" y="2580569"/>
                  <a:pt x="3628330" y="2580569"/>
                </a:cubicBezTo>
                <a:lnTo>
                  <a:pt x="126990" y="2580569"/>
                </a:lnTo>
                <a:cubicBezTo>
                  <a:pt x="56855" y="2580569"/>
                  <a:pt x="0" y="2523714"/>
                  <a:pt x="0" y="245358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3237" y="4183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2" name="Shape 49"/>
          <p:cNvSpPr/>
          <p:nvPr/>
        </p:nvSpPr>
        <p:spPr>
          <a:xfrm>
            <a:off x="554385" y="429479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92149" y="158750"/>
                </a:lnTo>
                <a:cubicBezTo>
                  <a:pt x="80925" y="145542"/>
                  <a:pt x="74414" y="128519"/>
                  <a:pt x="74414" y="110505"/>
                </a:cubicBezTo>
                <a:lnTo>
                  <a:pt x="74414" y="100862"/>
                </a:lnTo>
                <a:cubicBezTo>
                  <a:pt x="74414" y="98599"/>
                  <a:pt x="74724" y="96366"/>
                  <a:pt x="75313" y="94258"/>
                </a:cubicBezTo>
                <a:lnTo>
                  <a:pt x="60244" y="94258"/>
                </a:lnTo>
                <a:close/>
                <a:moveTo>
                  <a:pt x="138069" y="151464"/>
                </a:moveTo>
                <a:lnTo>
                  <a:pt x="133945" y="153417"/>
                </a:lnTo>
                <a:lnTo>
                  <a:pt x="133945" y="95095"/>
                </a:lnTo>
                <a:lnTo>
                  <a:pt x="163711" y="105017"/>
                </a:lnTo>
                <a:lnTo>
                  <a:pt x="163711" y="111094"/>
                </a:lnTo>
                <a:cubicBezTo>
                  <a:pt x="163711" y="128395"/>
                  <a:pt x="153727" y="144115"/>
                  <a:pt x="138069" y="151495"/>
                </a:cubicBezTo>
                <a:close/>
                <a:moveTo>
                  <a:pt x="130814" y="80460"/>
                </a:moveTo>
                <a:lnTo>
                  <a:pt x="96087" y="92025"/>
                </a:lnTo>
                <a:cubicBezTo>
                  <a:pt x="92025" y="93390"/>
                  <a:pt x="89297" y="97172"/>
                  <a:pt x="89297" y="101451"/>
                </a:cubicBezTo>
                <a:lnTo>
                  <a:pt x="89297" y="111094"/>
                </a:lnTo>
                <a:cubicBezTo>
                  <a:pt x="89297" y="134162"/>
                  <a:pt x="102629" y="155153"/>
                  <a:pt x="123465" y="164951"/>
                </a:cubicBezTo>
                <a:lnTo>
                  <a:pt x="129201" y="167649"/>
                </a:lnTo>
                <a:cubicBezTo>
                  <a:pt x="130690" y="168331"/>
                  <a:pt x="132302" y="168703"/>
                  <a:pt x="133914" y="168703"/>
                </a:cubicBezTo>
                <a:cubicBezTo>
                  <a:pt x="135527" y="168703"/>
                  <a:pt x="137170" y="168331"/>
                  <a:pt x="138627" y="167649"/>
                </a:cubicBezTo>
                <a:lnTo>
                  <a:pt x="144363" y="164951"/>
                </a:lnTo>
                <a:cubicBezTo>
                  <a:pt x="165261" y="155122"/>
                  <a:pt x="178594" y="134131"/>
                  <a:pt x="178594" y="111063"/>
                </a:cubicBezTo>
                <a:lnTo>
                  <a:pt x="178594" y="101420"/>
                </a:lnTo>
                <a:cubicBezTo>
                  <a:pt x="178594" y="97141"/>
                  <a:pt x="175865" y="93359"/>
                  <a:pt x="171803" y="91994"/>
                </a:cubicBezTo>
                <a:lnTo>
                  <a:pt x="137077" y="80429"/>
                </a:lnTo>
                <a:cubicBezTo>
                  <a:pt x="135031" y="79747"/>
                  <a:pt x="132829" y="79747"/>
                  <a:pt x="130814" y="804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929349" y="4263100"/>
            <a:ext cx="130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&amp; Access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453237" y="4659836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 identități și acces.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453237" y="4945640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516627" y="5009031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16627" y="5199613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&amp; Access Management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53237" y="5485002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516627" y="5548394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MFA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516627" y="5738979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Authentication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453237" y="6024373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516627" y="6087756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SSO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516627" y="6278342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Sign-On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216521" y="4052395"/>
            <a:ext cx="3755319" cy="2580569"/>
          </a:xfrm>
          <a:custGeom>
            <a:avLst/>
            <a:gdLst/>
            <a:ahLst/>
            <a:cxnLst/>
            <a:rect l="l" t="t" r="r" b="b"/>
            <a:pathLst>
              <a:path w="3755319" h="2580569">
                <a:moveTo>
                  <a:pt x="126990" y="0"/>
                </a:moveTo>
                <a:lnTo>
                  <a:pt x="3628330" y="0"/>
                </a:lnTo>
                <a:cubicBezTo>
                  <a:pt x="3698464" y="0"/>
                  <a:pt x="3755319" y="56855"/>
                  <a:pt x="3755319" y="126990"/>
                </a:cubicBezTo>
                <a:lnTo>
                  <a:pt x="3755319" y="2453580"/>
                </a:lnTo>
                <a:cubicBezTo>
                  <a:pt x="3755319" y="2523667"/>
                  <a:pt x="3698417" y="2580569"/>
                  <a:pt x="3628330" y="2580569"/>
                </a:cubicBezTo>
                <a:lnTo>
                  <a:pt x="126990" y="2580569"/>
                </a:lnTo>
                <a:cubicBezTo>
                  <a:pt x="56855" y="2580569"/>
                  <a:pt x="0" y="2523714"/>
                  <a:pt x="0" y="245358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7848" y="4183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6" name="Shape 63"/>
          <p:cNvSpPr/>
          <p:nvPr/>
        </p:nvSpPr>
        <p:spPr>
          <a:xfrm>
            <a:off x="4458918" y="429479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4"/>
          <p:cNvSpPr/>
          <p:nvPr/>
        </p:nvSpPr>
        <p:spPr>
          <a:xfrm>
            <a:off x="4823961" y="4263100"/>
            <a:ext cx="138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4347848" y="4659836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Detectare și răspuns la incidente.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4347848" y="4945640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4411238" y="5009031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SIEM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4411238" y="5199613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Information &amp; Event Mgmt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4347848" y="5485002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4411238" y="5548394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4411238" y="5738979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Operations Center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4347848" y="6024373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4411238" y="6087756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Hunting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4411238" y="6278342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Căutare proactivă amenințări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8111133" y="4052395"/>
            <a:ext cx="3755319" cy="2580569"/>
          </a:xfrm>
          <a:custGeom>
            <a:avLst/>
            <a:gdLst/>
            <a:ahLst/>
            <a:cxnLst/>
            <a:rect l="l" t="t" r="r" b="b"/>
            <a:pathLst>
              <a:path w="3755319" h="2580569">
                <a:moveTo>
                  <a:pt x="126990" y="0"/>
                </a:moveTo>
                <a:lnTo>
                  <a:pt x="3628330" y="0"/>
                </a:lnTo>
                <a:cubicBezTo>
                  <a:pt x="3698464" y="0"/>
                  <a:pt x="3755319" y="56855"/>
                  <a:pt x="3755319" y="126990"/>
                </a:cubicBezTo>
                <a:lnTo>
                  <a:pt x="3755319" y="2453580"/>
                </a:lnTo>
                <a:cubicBezTo>
                  <a:pt x="3755319" y="2523667"/>
                  <a:pt x="3698417" y="2580569"/>
                  <a:pt x="3628330" y="2580569"/>
                </a:cubicBezTo>
                <a:lnTo>
                  <a:pt x="126990" y="2580569"/>
                </a:lnTo>
                <a:cubicBezTo>
                  <a:pt x="56855" y="2580569"/>
                  <a:pt x="0" y="2523714"/>
                  <a:pt x="0" y="245358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242460" y="4183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80" name="Shape 77"/>
          <p:cNvSpPr/>
          <p:nvPr/>
        </p:nvSpPr>
        <p:spPr>
          <a:xfrm>
            <a:off x="8353530" y="429479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3" y="79375"/>
                </a:moveTo>
                <a:cubicBezTo>
                  <a:pt x="14883" y="43749"/>
                  <a:pt x="43749" y="14883"/>
                  <a:pt x="79375" y="14883"/>
                </a:cubicBezTo>
                <a:cubicBezTo>
                  <a:pt x="98940" y="14883"/>
                  <a:pt x="116458" y="23595"/>
                  <a:pt x="128302" y="37362"/>
                </a:cubicBezTo>
                <a:cubicBezTo>
                  <a:pt x="130969" y="40494"/>
                  <a:pt x="135682" y="40835"/>
                  <a:pt x="138782" y="38168"/>
                </a:cubicBezTo>
                <a:cubicBezTo>
                  <a:pt x="141883" y="35502"/>
                  <a:pt x="142255" y="30789"/>
                  <a:pt x="139588" y="27688"/>
                </a:cubicBezTo>
                <a:cubicBezTo>
                  <a:pt x="125047" y="10728"/>
                  <a:pt x="103467" y="0"/>
                  <a:pt x="79375" y="0"/>
                </a:cubicBezTo>
                <a:cubicBezTo>
                  <a:pt x="35533" y="0"/>
                  <a:pt x="0" y="35533"/>
                  <a:pt x="0" y="79375"/>
                </a:cubicBezTo>
                <a:lnTo>
                  <a:pt x="0" y="91777"/>
                </a:lnTo>
                <a:cubicBezTo>
                  <a:pt x="0" y="95901"/>
                  <a:pt x="3318" y="99219"/>
                  <a:pt x="7441" y="99219"/>
                </a:cubicBezTo>
                <a:cubicBezTo>
                  <a:pt x="11565" y="99219"/>
                  <a:pt x="14883" y="95901"/>
                  <a:pt x="14883" y="91777"/>
                </a:cubicBezTo>
                <a:lnTo>
                  <a:pt x="14883" y="79375"/>
                </a:lnTo>
                <a:close/>
                <a:moveTo>
                  <a:pt x="157045" y="62973"/>
                </a:moveTo>
                <a:cubicBezTo>
                  <a:pt x="156208" y="58942"/>
                  <a:pt x="152239" y="56369"/>
                  <a:pt x="148239" y="57237"/>
                </a:cubicBezTo>
                <a:cubicBezTo>
                  <a:pt x="144239" y="58105"/>
                  <a:pt x="141635" y="62043"/>
                  <a:pt x="142503" y="66042"/>
                </a:cubicBezTo>
                <a:cubicBezTo>
                  <a:pt x="143402" y="70352"/>
                  <a:pt x="143898" y="74817"/>
                  <a:pt x="143898" y="79406"/>
                </a:cubicBezTo>
                <a:lnTo>
                  <a:pt x="143898" y="91808"/>
                </a:lnTo>
                <a:cubicBezTo>
                  <a:pt x="143898" y="95932"/>
                  <a:pt x="147216" y="99250"/>
                  <a:pt x="151340" y="99250"/>
                </a:cubicBezTo>
                <a:cubicBezTo>
                  <a:pt x="155463" y="99250"/>
                  <a:pt x="158781" y="95932"/>
                  <a:pt x="158781" y="91808"/>
                </a:cubicBezTo>
                <a:lnTo>
                  <a:pt x="158781" y="79406"/>
                </a:lnTo>
                <a:cubicBezTo>
                  <a:pt x="158781" y="73794"/>
                  <a:pt x="158192" y="68306"/>
                  <a:pt x="157076" y="63004"/>
                </a:cubicBezTo>
                <a:close/>
                <a:moveTo>
                  <a:pt x="79375" y="24805"/>
                </a:moveTo>
                <a:cubicBezTo>
                  <a:pt x="73484" y="24805"/>
                  <a:pt x="67779" y="25735"/>
                  <a:pt x="62477" y="27471"/>
                </a:cubicBezTo>
                <a:cubicBezTo>
                  <a:pt x="57764" y="29021"/>
                  <a:pt x="56679" y="34820"/>
                  <a:pt x="59903" y="38602"/>
                </a:cubicBezTo>
                <a:cubicBezTo>
                  <a:pt x="62105" y="41176"/>
                  <a:pt x="65732" y="41951"/>
                  <a:pt x="69019" y="41052"/>
                </a:cubicBezTo>
                <a:cubicBezTo>
                  <a:pt x="72306" y="40153"/>
                  <a:pt x="75778" y="39688"/>
                  <a:pt x="79375" y="39688"/>
                </a:cubicBezTo>
                <a:cubicBezTo>
                  <a:pt x="101296" y="39688"/>
                  <a:pt x="119062" y="57454"/>
                  <a:pt x="119062" y="79375"/>
                </a:cubicBezTo>
                <a:lnTo>
                  <a:pt x="119062" y="87095"/>
                </a:lnTo>
                <a:cubicBezTo>
                  <a:pt x="119062" y="94909"/>
                  <a:pt x="118597" y="102691"/>
                  <a:pt x="117698" y="110443"/>
                </a:cubicBezTo>
                <a:cubicBezTo>
                  <a:pt x="117171" y="114970"/>
                  <a:pt x="120613" y="119062"/>
                  <a:pt x="125202" y="119062"/>
                </a:cubicBezTo>
                <a:cubicBezTo>
                  <a:pt x="128860" y="119062"/>
                  <a:pt x="131992" y="116396"/>
                  <a:pt x="132426" y="112768"/>
                </a:cubicBezTo>
                <a:cubicBezTo>
                  <a:pt x="133449" y="104273"/>
                  <a:pt x="133976" y="95715"/>
                  <a:pt x="133976" y="87126"/>
                </a:cubicBezTo>
                <a:lnTo>
                  <a:pt x="133976" y="79406"/>
                </a:lnTo>
                <a:cubicBezTo>
                  <a:pt x="133976" y="49268"/>
                  <a:pt x="109544" y="24836"/>
                  <a:pt x="79406" y="24836"/>
                </a:cubicBezTo>
                <a:close/>
                <a:moveTo>
                  <a:pt x="46726" y="46106"/>
                </a:moveTo>
                <a:cubicBezTo>
                  <a:pt x="43904" y="42819"/>
                  <a:pt x="38881" y="42571"/>
                  <a:pt x="36215" y="45982"/>
                </a:cubicBezTo>
                <a:cubicBezTo>
                  <a:pt x="29052" y="55221"/>
                  <a:pt x="24805" y="66787"/>
                  <a:pt x="24805" y="79375"/>
                </a:cubicBezTo>
                <a:lnTo>
                  <a:pt x="24805" y="87095"/>
                </a:lnTo>
                <a:cubicBezTo>
                  <a:pt x="24805" y="94599"/>
                  <a:pt x="23999" y="102102"/>
                  <a:pt x="22386" y="109389"/>
                </a:cubicBezTo>
                <a:cubicBezTo>
                  <a:pt x="21332" y="114226"/>
                  <a:pt x="24836" y="119031"/>
                  <a:pt x="29797" y="119031"/>
                </a:cubicBezTo>
                <a:cubicBezTo>
                  <a:pt x="33052" y="119031"/>
                  <a:pt x="35967" y="116861"/>
                  <a:pt x="36680" y="113667"/>
                </a:cubicBezTo>
                <a:cubicBezTo>
                  <a:pt x="38664" y="104955"/>
                  <a:pt x="39688" y="96056"/>
                  <a:pt x="39688" y="87064"/>
                </a:cubicBezTo>
                <a:lnTo>
                  <a:pt x="39688" y="79344"/>
                </a:lnTo>
                <a:cubicBezTo>
                  <a:pt x="39688" y="70910"/>
                  <a:pt x="42323" y="63097"/>
                  <a:pt x="46788" y="56679"/>
                </a:cubicBezTo>
                <a:cubicBezTo>
                  <a:pt x="49020" y="53454"/>
                  <a:pt x="49268" y="49051"/>
                  <a:pt x="46726" y="46075"/>
                </a:cubicBezTo>
                <a:close/>
                <a:moveTo>
                  <a:pt x="79375" y="49609"/>
                </a:moveTo>
                <a:cubicBezTo>
                  <a:pt x="62942" y="49609"/>
                  <a:pt x="49609" y="62942"/>
                  <a:pt x="49609" y="79375"/>
                </a:cubicBezTo>
                <a:lnTo>
                  <a:pt x="49609" y="87095"/>
                </a:lnTo>
                <a:cubicBezTo>
                  <a:pt x="49609" y="98227"/>
                  <a:pt x="48183" y="109265"/>
                  <a:pt x="45331" y="119993"/>
                </a:cubicBezTo>
                <a:cubicBezTo>
                  <a:pt x="44152" y="124427"/>
                  <a:pt x="47408" y="128984"/>
                  <a:pt x="51997" y="128984"/>
                </a:cubicBezTo>
                <a:cubicBezTo>
                  <a:pt x="54942" y="128984"/>
                  <a:pt x="57547" y="127062"/>
                  <a:pt x="58322" y="124209"/>
                </a:cubicBezTo>
                <a:cubicBezTo>
                  <a:pt x="61578" y="112117"/>
                  <a:pt x="63252" y="99653"/>
                  <a:pt x="63252" y="87095"/>
                </a:cubicBezTo>
                <a:lnTo>
                  <a:pt x="63252" y="79375"/>
                </a:lnTo>
                <a:cubicBezTo>
                  <a:pt x="63252" y="70476"/>
                  <a:pt x="70476" y="63252"/>
                  <a:pt x="79375" y="63252"/>
                </a:cubicBezTo>
                <a:cubicBezTo>
                  <a:pt x="88274" y="63252"/>
                  <a:pt x="95498" y="70476"/>
                  <a:pt x="95498" y="79375"/>
                </a:cubicBezTo>
                <a:lnTo>
                  <a:pt x="95498" y="87095"/>
                </a:lnTo>
                <a:cubicBezTo>
                  <a:pt x="95498" y="98351"/>
                  <a:pt x="94413" y="109544"/>
                  <a:pt x="92273" y="120551"/>
                </a:cubicBezTo>
                <a:cubicBezTo>
                  <a:pt x="91436" y="124861"/>
                  <a:pt x="94661" y="128984"/>
                  <a:pt x="99033" y="128984"/>
                </a:cubicBezTo>
                <a:cubicBezTo>
                  <a:pt x="102195" y="128984"/>
                  <a:pt x="104924" y="126814"/>
                  <a:pt x="105544" y="123713"/>
                </a:cubicBezTo>
                <a:cubicBezTo>
                  <a:pt x="107931" y="111683"/>
                  <a:pt x="109141" y="99436"/>
                  <a:pt x="109141" y="87095"/>
                </a:cubicBezTo>
                <a:lnTo>
                  <a:pt x="109141" y="79375"/>
                </a:lnTo>
                <a:cubicBezTo>
                  <a:pt x="109141" y="62942"/>
                  <a:pt x="95808" y="49609"/>
                  <a:pt x="79375" y="49609"/>
                </a:cubicBezTo>
                <a:close/>
                <a:moveTo>
                  <a:pt x="86816" y="79375"/>
                </a:moveTo>
                <a:cubicBezTo>
                  <a:pt x="86816" y="75251"/>
                  <a:pt x="83499" y="71934"/>
                  <a:pt x="79375" y="71934"/>
                </a:cubicBezTo>
                <a:cubicBezTo>
                  <a:pt x="75251" y="71934"/>
                  <a:pt x="71934" y="75251"/>
                  <a:pt x="71934" y="79375"/>
                </a:cubicBezTo>
                <a:lnTo>
                  <a:pt x="71934" y="87095"/>
                </a:lnTo>
                <a:cubicBezTo>
                  <a:pt x="71934" y="105668"/>
                  <a:pt x="68523" y="124085"/>
                  <a:pt x="61857" y="141418"/>
                </a:cubicBezTo>
                <a:lnTo>
                  <a:pt x="60027" y="146162"/>
                </a:lnTo>
                <a:cubicBezTo>
                  <a:pt x="58539" y="150006"/>
                  <a:pt x="60461" y="154316"/>
                  <a:pt x="64306" y="155773"/>
                </a:cubicBezTo>
                <a:cubicBezTo>
                  <a:pt x="68151" y="157231"/>
                  <a:pt x="72461" y="155339"/>
                  <a:pt x="73918" y="151495"/>
                </a:cubicBezTo>
                <a:lnTo>
                  <a:pt x="75747" y="146751"/>
                </a:lnTo>
                <a:cubicBezTo>
                  <a:pt x="83065" y="127713"/>
                  <a:pt x="86816" y="107497"/>
                  <a:pt x="86816" y="87095"/>
                </a:cubicBezTo>
                <a:lnTo>
                  <a:pt x="86816" y="793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1" name="Text 78"/>
          <p:cNvSpPr/>
          <p:nvPr/>
        </p:nvSpPr>
        <p:spPr>
          <a:xfrm>
            <a:off x="8718572" y="4263100"/>
            <a:ext cx="80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Trust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242460" y="4659836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Arhitectură de securitate modernă.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8242460" y="4945640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84" name="Text 81"/>
          <p:cNvSpPr/>
          <p:nvPr/>
        </p:nvSpPr>
        <p:spPr>
          <a:xfrm>
            <a:off x="8305850" y="5009031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Trust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8305850" y="5199613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Verificare continuă</a:t>
            </a:r>
            <a:endParaRPr lang="en-US" sz="1600" dirty="0"/>
          </a:p>
        </p:txBody>
      </p:sp>
      <p:sp>
        <p:nvSpPr>
          <p:cNvPr id="86" name="Shape 83"/>
          <p:cNvSpPr/>
          <p:nvPr/>
        </p:nvSpPr>
        <p:spPr>
          <a:xfrm>
            <a:off x="8242460" y="5485002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87" name="Text 84"/>
          <p:cNvSpPr/>
          <p:nvPr/>
        </p:nvSpPr>
        <p:spPr>
          <a:xfrm>
            <a:off x="8305850" y="5548394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Verify</a:t>
            </a:r>
            <a:endParaRPr lang="en-US" sz="1600" dirty="0"/>
          </a:p>
        </p:txBody>
      </p:sp>
      <p:sp>
        <p:nvSpPr>
          <p:cNvPr id="88" name="Text 85"/>
          <p:cNvSpPr/>
          <p:nvPr/>
        </p:nvSpPr>
        <p:spPr>
          <a:xfrm>
            <a:off x="8305850" y="5738979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Autentificare strictă</a:t>
            </a: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8242460" y="6024373"/>
            <a:ext cx="3492500" cy="476250"/>
          </a:xfrm>
          <a:custGeom>
            <a:avLst/>
            <a:gdLst/>
            <a:ahLst/>
            <a:cxnLst/>
            <a:rect l="l" t="t" r="r" b="b"/>
            <a:pathLst>
              <a:path w="3492500" h="476250">
                <a:moveTo>
                  <a:pt x="63498" y="0"/>
                </a:moveTo>
                <a:lnTo>
                  <a:pt x="3429002" y="0"/>
                </a:lnTo>
                <a:cubicBezTo>
                  <a:pt x="3464071" y="0"/>
                  <a:pt x="3492500" y="28429"/>
                  <a:pt x="3492500" y="63498"/>
                </a:cubicBezTo>
                <a:lnTo>
                  <a:pt x="3492500" y="412752"/>
                </a:lnTo>
                <a:cubicBezTo>
                  <a:pt x="3492500" y="447821"/>
                  <a:pt x="3464071" y="476250"/>
                  <a:pt x="342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1628">
              <a:alpha val="50196"/>
            </a:srgbClr>
          </a:solidFill>
          <a:ln/>
        </p:spPr>
      </p:sp>
      <p:sp>
        <p:nvSpPr>
          <p:cNvPr id="90" name="Text 87"/>
          <p:cNvSpPr/>
          <p:nvPr/>
        </p:nvSpPr>
        <p:spPr>
          <a:xfrm>
            <a:off x="8305850" y="6087756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91" name="Text 88"/>
          <p:cNvSpPr/>
          <p:nvPr/>
        </p:nvSpPr>
        <p:spPr>
          <a:xfrm>
            <a:off x="8305850" y="6278342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 minim necesar</a:t>
            </a:r>
            <a:endParaRPr lang="en-US" sz="1600" dirty="0"/>
          </a:p>
        </p:txBody>
      </p:sp>
      <p:sp>
        <p:nvSpPr>
          <p:cNvPr id="92" name="Shape 89"/>
          <p:cNvSpPr/>
          <p:nvPr/>
        </p:nvSpPr>
        <p:spPr>
          <a:xfrm>
            <a:off x="321910" y="6735716"/>
            <a:ext cx="11549944" cy="612069"/>
          </a:xfrm>
          <a:custGeom>
            <a:avLst/>
            <a:gdLst/>
            <a:ahLst/>
            <a:cxnLst/>
            <a:rect l="l" t="t" r="r" b="b"/>
            <a:pathLst>
              <a:path w="11549944" h="612069">
                <a:moveTo>
                  <a:pt x="95250" y="0"/>
                </a:moveTo>
                <a:lnTo>
                  <a:pt x="11454694" y="0"/>
                </a:lnTo>
                <a:cubicBezTo>
                  <a:pt x="11507299" y="0"/>
                  <a:pt x="11549944" y="42645"/>
                  <a:pt x="11549944" y="95250"/>
                </a:cubicBezTo>
                <a:lnTo>
                  <a:pt x="11549944" y="516819"/>
                </a:lnTo>
                <a:cubicBezTo>
                  <a:pt x="11549944" y="569424"/>
                  <a:pt x="11507299" y="612069"/>
                  <a:pt x="11454694" y="612069"/>
                </a:cubicBezTo>
                <a:lnTo>
                  <a:pt x="95250" y="612069"/>
                </a:lnTo>
                <a:cubicBezTo>
                  <a:pt x="42645" y="612069"/>
                  <a:pt x="0" y="569424"/>
                  <a:pt x="0" y="516819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60A5FA">
                  <a:alpha val="20000"/>
                </a:srgbClr>
              </a:gs>
            </a:gsLst>
            <a:lin ang="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45354" y="694655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4" name="Text 91"/>
          <p:cNvSpPr/>
          <p:nvPr/>
        </p:nvSpPr>
        <p:spPr>
          <a:xfrm>
            <a:off x="786446" y="6835346"/>
            <a:ext cx="320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Securitate Multi-Layer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786446" y="7057620"/>
            <a:ext cx="319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• Network • Cloud • Identity • Threat Intelligence</a:t>
            </a:r>
            <a:endParaRPr lang="en-US" sz="1600" dirty="0"/>
          </a:p>
        </p:txBody>
      </p:sp>
      <p:sp>
        <p:nvSpPr>
          <p:cNvPr id="96" name="Text 93"/>
          <p:cNvSpPr/>
          <p:nvPr/>
        </p:nvSpPr>
        <p:spPr>
          <a:xfrm>
            <a:off x="10502691" y="6835486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$4.45M</a:t>
            </a:r>
            <a:endParaRPr lang="en-US" sz="1600" dirty="0"/>
          </a:p>
        </p:txBody>
      </p:sp>
      <p:sp>
        <p:nvSpPr>
          <p:cNvPr id="97" name="Text 94"/>
          <p:cNvSpPr/>
          <p:nvPr/>
        </p:nvSpPr>
        <p:spPr>
          <a:xfrm>
            <a:off x="10542379" y="7089315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mediu al unei breșe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735" y="369735"/>
            <a:ext cx="73947" cy="591575"/>
          </a:xfrm>
          <a:custGeom>
            <a:avLst/>
            <a:gdLst/>
            <a:ahLst/>
            <a:cxnLst/>
            <a:rect l="l" t="t" r="r" b="b"/>
            <a:pathLst>
              <a:path w="73947" h="591575">
                <a:moveTo>
                  <a:pt x="0" y="0"/>
                </a:moveTo>
                <a:lnTo>
                  <a:pt x="73947" y="0"/>
                </a:lnTo>
                <a:lnTo>
                  <a:pt x="73947" y="591575"/>
                </a:lnTo>
                <a:lnTo>
                  <a:pt x="0" y="591575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91351" y="443555"/>
            <a:ext cx="3540209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ce AXIOM IT?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735" y="1035067"/>
            <a:ext cx="11452531" cy="36973"/>
          </a:xfrm>
          <a:custGeom>
            <a:avLst/>
            <a:gdLst/>
            <a:ahLst/>
            <a:cxnLst/>
            <a:rect l="l" t="t" r="r" b="b"/>
            <a:pathLst>
              <a:path w="11452531" h="36973">
                <a:moveTo>
                  <a:pt x="0" y="0"/>
                </a:moveTo>
                <a:lnTo>
                  <a:pt x="11452531" y="0"/>
                </a:lnTo>
                <a:lnTo>
                  <a:pt x="11452531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60A5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69735" y="1145798"/>
            <a:ext cx="1154496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Avantajele competitive care ne diferențiază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870" y="1557416"/>
            <a:ext cx="3707617" cy="2117758"/>
          </a:xfrm>
          <a:custGeom>
            <a:avLst/>
            <a:gdLst/>
            <a:ahLst/>
            <a:cxnLst/>
            <a:rect l="l" t="t" r="r" b="b"/>
            <a:pathLst>
              <a:path w="3707617" h="2117758">
                <a:moveTo>
                  <a:pt x="147904" y="0"/>
                </a:moveTo>
                <a:lnTo>
                  <a:pt x="3559713" y="0"/>
                </a:lnTo>
                <a:cubicBezTo>
                  <a:pt x="3641398" y="0"/>
                  <a:pt x="3707617" y="66219"/>
                  <a:pt x="3707617" y="147904"/>
                </a:cubicBezTo>
                <a:lnTo>
                  <a:pt x="3707617" y="1969854"/>
                </a:lnTo>
                <a:cubicBezTo>
                  <a:pt x="3707617" y="2051539"/>
                  <a:pt x="3641398" y="2117758"/>
                  <a:pt x="3559713" y="2117758"/>
                </a:cubicBezTo>
                <a:lnTo>
                  <a:pt x="147904" y="2117758"/>
                </a:lnTo>
                <a:cubicBezTo>
                  <a:pt x="66219" y="2117758"/>
                  <a:pt x="0" y="2051539"/>
                  <a:pt x="0" y="1969854"/>
                </a:cubicBezTo>
                <a:lnTo>
                  <a:pt x="0" y="147904"/>
                </a:lnTo>
                <a:cubicBezTo>
                  <a:pt x="0" y="66274"/>
                  <a:pt x="66274" y="0"/>
                  <a:pt x="147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803" y="17103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61864" y="1858142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20798" y="84837"/>
                </a:moveTo>
                <a:lnTo>
                  <a:pt x="111440" y="122142"/>
                </a:lnTo>
                <a:cubicBezTo>
                  <a:pt x="115687" y="123876"/>
                  <a:pt x="120193" y="124785"/>
                  <a:pt x="124785" y="124785"/>
                </a:cubicBezTo>
                <a:cubicBezTo>
                  <a:pt x="129378" y="124785"/>
                  <a:pt x="133884" y="123876"/>
                  <a:pt x="138131" y="122142"/>
                </a:cubicBezTo>
                <a:lnTo>
                  <a:pt x="243158" y="78901"/>
                </a:lnTo>
                <a:cubicBezTo>
                  <a:pt x="247058" y="77298"/>
                  <a:pt x="249571" y="73528"/>
                  <a:pt x="249571" y="69325"/>
                </a:cubicBezTo>
                <a:cubicBezTo>
                  <a:pt x="249571" y="65122"/>
                  <a:pt x="247058" y="61353"/>
                  <a:pt x="243158" y="59750"/>
                </a:cubicBezTo>
                <a:lnTo>
                  <a:pt x="138131" y="16508"/>
                </a:lnTo>
                <a:cubicBezTo>
                  <a:pt x="133884" y="14775"/>
                  <a:pt x="129378" y="13865"/>
                  <a:pt x="124785" y="13865"/>
                </a:cubicBezTo>
                <a:cubicBezTo>
                  <a:pt x="120193" y="13865"/>
                  <a:pt x="115687" y="14775"/>
                  <a:pt x="111440" y="16508"/>
                </a:cubicBezTo>
                <a:lnTo>
                  <a:pt x="6413" y="59750"/>
                </a:lnTo>
                <a:cubicBezTo>
                  <a:pt x="2513" y="61353"/>
                  <a:pt x="0" y="65122"/>
                  <a:pt x="0" y="69325"/>
                </a:cubicBezTo>
                <a:lnTo>
                  <a:pt x="0" y="197577"/>
                </a:lnTo>
                <a:cubicBezTo>
                  <a:pt x="0" y="203340"/>
                  <a:pt x="4636" y="207976"/>
                  <a:pt x="10399" y="207976"/>
                </a:cubicBezTo>
                <a:cubicBezTo>
                  <a:pt x="16161" y="207976"/>
                  <a:pt x="20798" y="203340"/>
                  <a:pt x="20798" y="197577"/>
                </a:cubicBezTo>
                <a:lnTo>
                  <a:pt x="20798" y="84837"/>
                </a:lnTo>
                <a:close/>
                <a:moveTo>
                  <a:pt x="41595" y="115903"/>
                </a:moveTo>
                <a:lnTo>
                  <a:pt x="41595" y="166381"/>
                </a:lnTo>
                <a:cubicBezTo>
                  <a:pt x="41595" y="189345"/>
                  <a:pt x="78857" y="207976"/>
                  <a:pt x="124785" y="207976"/>
                </a:cubicBezTo>
                <a:cubicBezTo>
                  <a:pt x="170713" y="207976"/>
                  <a:pt x="207976" y="189345"/>
                  <a:pt x="207976" y="166381"/>
                </a:cubicBezTo>
                <a:lnTo>
                  <a:pt x="207976" y="115860"/>
                </a:lnTo>
                <a:lnTo>
                  <a:pt x="146060" y="141380"/>
                </a:lnTo>
                <a:cubicBezTo>
                  <a:pt x="139300" y="144153"/>
                  <a:pt x="132108" y="145583"/>
                  <a:pt x="124785" y="145583"/>
                </a:cubicBezTo>
                <a:cubicBezTo>
                  <a:pt x="117463" y="145583"/>
                  <a:pt x="110270" y="144153"/>
                  <a:pt x="103511" y="141380"/>
                </a:cubicBezTo>
                <a:lnTo>
                  <a:pt x="41595" y="1158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56223" y="1839692"/>
            <a:ext cx="153439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Expertiză Tehnică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7803" y="2338770"/>
            <a:ext cx="3475506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Echipă de 50+ experți certificați în cele mai noi tehnologii.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9756" y="292112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763220" y="2893535"/>
            <a:ext cx="161758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Certificări AWS, Azure, GCP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9756" y="3142745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763220" y="3115150"/>
            <a:ext cx="1488182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Certificări Cisco, VMware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9756" y="336436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763220" y="3336765"/>
            <a:ext cx="1913377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Certificări securitate CISSP, CISM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839" y="1557416"/>
            <a:ext cx="3707617" cy="2117758"/>
          </a:xfrm>
          <a:custGeom>
            <a:avLst/>
            <a:gdLst/>
            <a:ahLst/>
            <a:cxnLst/>
            <a:rect l="l" t="t" r="r" b="b"/>
            <a:pathLst>
              <a:path w="3707617" h="2117758">
                <a:moveTo>
                  <a:pt x="147904" y="0"/>
                </a:moveTo>
                <a:lnTo>
                  <a:pt x="3559713" y="0"/>
                </a:lnTo>
                <a:cubicBezTo>
                  <a:pt x="3641398" y="0"/>
                  <a:pt x="3707617" y="66219"/>
                  <a:pt x="3707617" y="147904"/>
                </a:cubicBezTo>
                <a:lnTo>
                  <a:pt x="3707617" y="1969854"/>
                </a:lnTo>
                <a:cubicBezTo>
                  <a:pt x="3707617" y="2051539"/>
                  <a:pt x="3641398" y="2117758"/>
                  <a:pt x="3559713" y="2117758"/>
                </a:cubicBezTo>
                <a:lnTo>
                  <a:pt x="147904" y="2117758"/>
                </a:lnTo>
                <a:cubicBezTo>
                  <a:pt x="66219" y="2117758"/>
                  <a:pt x="0" y="2051539"/>
                  <a:pt x="0" y="1969854"/>
                </a:cubicBezTo>
                <a:lnTo>
                  <a:pt x="0" y="147904"/>
                </a:lnTo>
                <a:cubicBezTo>
                  <a:pt x="0" y="66274"/>
                  <a:pt x="66274" y="0"/>
                  <a:pt x="147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772" y="17103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14967" y="1858142"/>
            <a:ext cx="277301" cy="221841"/>
          </a:xfrm>
          <a:custGeom>
            <a:avLst/>
            <a:gdLst/>
            <a:ahLst/>
            <a:cxnLst/>
            <a:rect l="l" t="t" r="r" b="b"/>
            <a:pathLst>
              <a:path w="277301" h="221841">
                <a:moveTo>
                  <a:pt x="180202" y="91206"/>
                </a:moveTo>
                <a:cubicBezTo>
                  <a:pt x="185488" y="89776"/>
                  <a:pt x="191034" y="92289"/>
                  <a:pt x="193417" y="97185"/>
                </a:cubicBezTo>
                <a:lnTo>
                  <a:pt x="201476" y="113477"/>
                </a:lnTo>
                <a:cubicBezTo>
                  <a:pt x="205939" y="114083"/>
                  <a:pt x="210315" y="115297"/>
                  <a:pt x="214432" y="116986"/>
                </a:cubicBezTo>
                <a:lnTo>
                  <a:pt x="229597" y="106891"/>
                </a:lnTo>
                <a:cubicBezTo>
                  <a:pt x="234146" y="103858"/>
                  <a:pt x="240169" y="104464"/>
                  <a:pt x="244025" y="108321"/>
                </a:cubicBezTo>
                <a:lnTo>
                  <a:pt x="252344" y="116640"/>
                </a:lnTo>
                <a:cubicBezTo>
                  <a:pt x="256200" y="120496"/>
                  <a:pt x="256807" y="126562"/>
                  <a:pt x="253774" y="131068"/>
                </a:cubicBezTo>
                <a:lnTo>
                  <a:pt x="243678" y="146190"/>
                </a:lnTo>
                <a:cubicBezTo>
                  <a:pt x="244501" y="148226"/>
                  <a:pt x="245238" y="150349"/>
                  <a:pt x="245845" y="152559"/>
                </a:cubicBezTo>
                <a:cubicBezTo>
                  <a:pt x="246451" y="154769"/>
                  <a:pt x="246841" y="156935"/>
                  <a:pt x="247145" y="159145"/>
                </a:cubicBezTo>
                <a:lnTo>
                  <a:pt x="263479" y="167204"/>
                </a:lnTo>
                <a:cubicBezTo>
                  <a:pt x="268375" y="169630"/>
                  <a:pt x="270888" y="175176"/>
                  <a:pt x="269459" y="180419"/>
                </a:cubicBezTo>
                <a:lnTo>
                  <a:pt x="266426" y="191771"/>
                </a:lnTo>
                <a:cubicBezTo>
                  <a:pt x="264996" y="197014"/>
                  <a:pt x="260100" y="200567"/>
                  <a:pt x="254640" y="200220"/>
                </a:cubicBezTo>
                <a:lnTo>
                  <a:pt x="236442" y="199050"/>
                </a:lnTo>
                <a:cubicBezTo>
                  <a:pt x="233713" y="202560"/>
                  <a:pt x="230550" y="205809"/>
                  <a:pt x="226954" y="208582"/>
                </a:cubicBezTo>
                <a:lnTo>
                  <a:pt x="228123" y="226737"/>
                </a:lnTo>
                <a:cubicBezTo>
                  <a:pt x="228470" y="232196"/>
                  <a:pt x="224917" y="237136"/>
                  <a:pt x="219674" y="238522"/>
                </a:cubicBezTo>
                <a:lnTo>
                  <a:pt x="208322" y="241555"/>
                </a:lnTo>
                <a:cubicBezTo>
                  <a:pt x="203036" y="242985"/>
                  <a:pt x="197534" y="240472"/>
                  <a:pt x="195107" y="235576"/>
                </a:cubicBezTo>
                <a:lnTo>
                  <a:pt x="187048" y="219284"/>
                </a:lnTo>
                <a:cubicBezTo>
                  <a:pt x="182585" y="218678"/>
                  <a:pt x="178209" y="217465"/>
                  <a:pt x="174093" y="215775"/>
                </a:cubicBezTo>
                <a:lnTo>
                  <a:pt x="158928" y="225870"/>
                </a:lnTo>
                <a:cubicBezTo>
                  <a:pt x="154379" y="228903"/>
                  <a:pt x="148356" y="228297"/>
                  <a:pt x="144500" y="224440"/>
                </a:cubicBezTo>
                <a:lnTo>
                  <a:pt x="136181" y="216121"/>
                </a:lnTo>
                <a:cubicBezTo>
                  <a:pt x="132325" y="212265"/>
                  <a:pt x="131718" y="206243"/>
                  <a:pt x="134751" y="201693"/>
                </a:cubicBezTo>
                <a:lnTo>
                  <a:pt x="144846" y="186528"/>
                </a:lnTo>
                <a:cubicBezTo>
                  <a:pt x="144023" y="184492"/>
                  <a:pt x="143287" y="182369"/>
                  <a:pt x="142680" y="180159"/>
                </a:cubicBezTo>
                <a:cubicBezTo>
                  <a:pt x="142073" y="177949"/>
                  <a:pt x="141683" y="175739"/>
                  <a:pt x="141380" y="173573"/>
                </a:cubicBezTo>
                <a:lnTo>
                  <a:pt x="125045" y="165514"/>
                </a:lnTo>
                <a:cubicBezTo>
                  <a:pt x="120149" y="163088"/>
                  <a:pt x="117680" y="157542"/>
                  <a:pt x="119066" y="152299"/>
                </a:cubicBezTo>
                <a:lnTo>
                  <a:pt x="122099" y="140947"/>
                </a:lnTo>
                <a:cubicBezTo>
                  <a:pt x="123529" y="135704"/>
                  <a:pt x="128425" y="132151"/>
                  <a:pt x="133884" y="132498"/>
                </a:cubicBezTo>
                <a:lnTo>
                  <a:pt x="152039" y="133668"/>
                </a:lnTo>
                <a:cubicBezTo>
                  <a:pt x="154769" y="130158"/>
                  <a:pt x="157932" y="126909"/>
                  <a:pt x="161528" y="124136"/>
                </a:cubicBezTo>
                <a:lnTo>
                  <a:pt x="160358" y="106024"/>
                </a:lnTo>
                <a:cubicBezTo>
                  <a:pt x="160011" y="100565"/>
                  <a:pt x="163564" y="95626"/>
                  <a:pt x="168807" y="94239"/>
                </a:cubicBezTo>
                <a:lnTo>
                  <a:pt x="180159" y="91206"/>
                </a:lnTo>
                <a:close/>
                <a:moveTo>
                  <a:pt x="194284" y="147316"/>
                </a:moveTo>
                <a:cubicBezTo>
                  <a:pt x="183762" y="147328"/>
                  <a:pt x="175229" y="155880"/>
                  <a:pt x="175241" y="166402"/>
                </a:cubicBezTo>
                <a:cubicBezTo>
                  <a:pt x="175253" y="176924"/>
                  <a:pt x="183805" y="185457"/>
                  <a:pt x="194327" y="185445"/>
                </a:cubicBezTo>
                <a:cubicBezTo>
                  <a:pt x="204849" y="185433"/>
                  <a:pt x="213382" y="176881"/>
                  <a:pt x="213370" y="166359"/>
                </a:cubicBezTo>
                <a:cubicBezTo>
                  <a:pt x="213358" y="155837"/>
                  <a:pt x="204806" y="147304"/>
                  <a:pt x="194284" y="147316"/>
                </a:cubicBezTo>
                <a:close/>
                <a:moveTo>
                  <a:pt x="97445" y="-19714"/>
                </a:moveTo>
                <a:lnTo>
                  <a:pt x="108797" y="-16681"/>
                </a:lnTo>
                <a:cubicBezTo>
                  <a:pt x="114040" y="-15252"/>
                  <a:pt x="117593" y="-10312"/>
                  <a:pt x="117246" y="-4896"/>
                </a:cubicBezTo>
                <a:lnTo>
                  <a:pt x="116076" y="13215"/>
                </a:lnTo>
                <a:cubicBezTo>
                  <a:pt x="119673" y="15988"/>
                  <a:pt x="122836" y="19194"/>
                  <a:pt x="125565" y="22747"/>
                </a:cubicBezTo>
                <a:lnTo>
                  <a:pt x="143763" y="21577"/>
                </a:lnTo>
                <a:cubicBezTo>
                  <a:pt x="149179" y="21231"/>
                  <a:pt x="154119" y="24784"/>
                  <a:pt x="155549" y="30026"/>
                </a:cubicBezTo>
                <a:lnTo>
                  <a:pt x="158582" y="41379"/>
                </a:lnTo>
                <a:cubicBezTo>
                  <a:pt x="159968" y="46621"/>
                  <a:pt x="157498" y="52167"/>
                  <a:pt x="152602" y="54594"/>
                </a:cubicBezTo>
                <a:lnTo>
                  <a:pt x="136267" y="62653"/>
                </a:lnTo>
                <a:cubicBezTo>
                  <a:pt x="135964" y="64862"/>
                  <a:pt x="135531" y="67072"/>
                  <a:pt x="134968" y="69239"/>
                </a:cubicBezTo>
                <a:cubicBezTo>
                  <a:pt x="134404" y="71405"/>
                  <a:pt x="133624" y="73571"/>
                  <a:pt x="132801" y="75608"/>
                </a:cubicBezTo>
                <a:lnTo>
                  <a:pt x="142897" y="90773"/>
                </a:lnTo>
                <a:cubicBezTo>
                  <a:pt x="145930" y="95322"/>
                  <a:pt x="145323" y="101345"/>
                  <a:pt x="141467" y="105201"/>
                </a:cubicBezTo>
                <a:lnTo>
                  <a:pt x="133148" y="113520"/>
                </a:lnTo>
                <a:cubicBezTo>
                  <a:pt x="129292" y="117376"/>
                  <a:pt x="123269" y="117983"/>
                  <a:pt x="118719" y="114950"/>
                </a:cubicBezTo>
                <a:lnTo>
                  <a:pt x="103555" y="104854"/>
                </a:lnTo>
                <a:cubicBezTo>
                  <a:pt x="99438" y="106544"/>
                  <a:pt x="95062" y="107757"/>
                  <a:pt x="90599" y="108364"/>
                </a:cubicBezTo>
                <a:lnTo>
                  <a:pt x="82540" y="124655"/>
                </a:lnTo>
                <a:cubicBezTo>
                  <a:pt x="80114" y="129552"/>
                  <a:pt x="74568" y="132021"/>
                  <a:pt x="69325" y="130635"/>
                </a:cubicBezTo>
                <a:lnTo>
                  <a:pt x="57973" y="127602"/>
                </a:lnTo>
                <a:cubicBezTo>
                  <a:pt x="52687" y="126172"/>
                  <a:pt x="49178" y="121233"/>
                  <a:pt x="49524" y="115816"/>
                </a:cubicBezTo>
                <a:lnTo>
                  <a:pt x="50694" y="97662"/>
                </a:lnTo>
                <a:cubicBezTo>
                  <a:pt x="47098" y="94889"/>
                  <a:pt x="43935" y="91683"/>
                  <a:pt x="41205" y="88130"/>
                </a:cubicBezTo>
                <a:lnTo>
                  <a:pt x="23007" y="89300"/>
                </a:lnTo>
                <a:cubicBezTo>
                  <a:pt x="17591" y="89646"/>
                  <a:pt x="12652" y="86093"/>
                  <a:pt x="11222" y="80851"/>
                </a:cubicBezTo>
                <a:lnTo>
                  <a:pt x="8189" y="69499"/>
                </a:lnTo>
                <a:cubicBezTo>
                  <a:pt x="6803" y="64256"/>
                  <a:pt x="9272" y="58710"/>
                  <a:pt x="14168" y="56283"/>
                </a:cubicBezTo>
                <a:lnTo>
                  <a:pt x="30503" y="48224"/>
                </a:lnTo>
                <a:cubicBezTo>
                  <a:pt x="30806" y="46015"/>
                  <a:pt x="31240" y="43848"/>
                  <a:pt x="31803" y="41638"/>
                </a:cubicBezTo>
                <a:cubicBezTo>
                  <a:pt x="32410" y="39429"/>
                  <a:pt x="33103" y="37306"/>
                  <a:pt x="33969" y="35269"/>
                </a:cubicBezTo>
                <a:lnTo>
                  <a:pt x="23874" y="20148"/>
                </a:lnTo>
                <a:cubicBezTo>
                  <a:pt x="20841" y="15598"/>
                  <a:pt x="21447" y="9576"/>
                  <a:pt x="25304" y="5719"/>
                </a:cubicBezTo>
                <a:lnTo>
                  <a:pt x="33623" y="-2600"/>
                </a:lnTo>
                <a:cubicBezTo>
                  <a:pt x="37479" y="-6456"/>
                  <a:pt x="43502" y="-7063"/>
                  <a:pt x="48051" y="-4030"/>
                </a:cubicBezTo>
                <a:lnTo>
                  <a:pt x="63216" y="6066"/>
                </a:lnTo>
                <a:cubicBezTo>
                  <a:pt x="67332" y="4376"/>
                  <a:pt x="71708" y="3163"/>
                  <a:pt x="76171" y="2556"/>
                </a:cubicBezTo>
                <a:lnTo>
                  <a:pt x="84230" y="-13735"/>
                </a:lnTo>
                <a:cubicBezTo>
                  <a:pt x="86657" y="-18631"/>
                  <a:pt x="92159" y="-21101"/>
                  <a:pt x="97445" y="-19714"/>
                </a:cubicBezTo>
                <a:close/>
                <a:moveTo>
                  <a:pt x="83364" y="36396"/>
                </a:moveTo>
                <a:cubicBezTo>
                  <a:pt x="72842" y="36396"/>
                  <a:pt x="64299" y="44938"/>
                  <a:pt x="64299" y="55460"/>
                </a:cubicBezTo>
                <a:cubicBezTo>
                  <a:pt x="64299" y="65982"/>
                  <a:pt x="72842" y="74525"/>
                  <a:pt x="83364" y="74525"/>
                </a:cubicBezTo>
                <a:cubicBezTo>
                  <a:pt x="93886" y="74525"/>
                  <a:pt x="102428" y="65982"/>
                  <a:pt x="102428" y="55460"/>
                </a:cubicBezTo>
                <a:cubicBezTo>
                  <a:pt x="102428" y="44938"/>
                  <a:pt x="93886" y="36396"/>
                  <a:pt x="83364" y="363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3192" y="1839692"/>
            <a:ext cx="173775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Soluții Personalizate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4772" y="2338770"/>
            <a:ext cx="3475506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Abordare adaptată nevoilor specifice ale fiecărui client.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16725" y="292112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630189" y="2893535"/>
            <a:ext cx="164531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Analiză detaliată a cerințelor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16725" y="3142745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4630189" y="3115150"/>
            <a:ext cx="146969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Arhitectură personalizată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16725" y="336436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7" name="Text 25"/>
          <p:cNvSpPr/>
          <p:nvPr/>
        </p:nvSpPr>
        <p:spPr>
          <a:xfrm>
            <a:off x="4630189" y="3336765"/>
            <a:ext cx="136801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Implementare graduală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8968" y="1557416"/>
            <a:ext cx="3707617" cy="2117758"/>
          </a:xfrm>
          <a:custGeom>
            <a:avLst/>
            <a:gdLst/>
            <a:ahLst/>
            <a:cxnLst/>
            <a:rect l="l" t="t" r="r" b="b"/>
            <a:pathLst>
              <a:path w="3707617" h="2117758">
                <a:moveTo>
                  <a:pt x="147904" y="0"/>
                </a:moveTo>
                <a:lnTo>
                  <a:pt x="3559713" y="0"/>
                </a:lnTo>
                <a:cubicBezTo>
                  <a:pt x="3641398" y="0"/>
                  <a:pt x="3707617" y="66219"/>
                  <a:pt x="3707617" y="147904"/>
                </a:cubicBezTo>
                <a:lnTo>
                  <a:pt x="3707617" y="1969854"/>
                </a:lnTo>
                <a:cubicBezTo>
                  <a:pt x="3707617" y="2051539"/>
                  <a:pt x="3641398" y="2117758"/>
                  <a:pt x="3559713" y="2117758"/>
                </a:cubicBezTo>
                <a:lnTo>
                  <a:pt x="147904" y="2117758"/>
                </a:lnTo>
                <a:cubicBezTo>
                  <a:pt x="66219" y="2117758"/>
                  <a:pt x="0" y="2051539"/>
                  <a:pt x="0" y="1969854"/>
                </a:cubicBezTo>
                <a:lnTo>
                  <a:pt x="0" y="147904"/>
                </a:lnTo>
                <a:cubicBezTo>
                  <a:pt x="0" y="66274"/>
                  <a:pt x="66274" y="0"/>
                  <a:pt x="147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1901" y="1710348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423692" y="1858142"/>
            <a:ext cx="194111" cy="221841"/>
          </a:xfrm>
          <a:custGeom>
            <a:avLst/>
            <a:gdLst/>
            <a:ahLst/>
            <a:cxnLst/>
            <a:rect l="l" t="t" r="r" b="b"/>
            <a:pathLst>
              <a:path w="194111" h="221841">
                <a:moveTo>
                  <a:pt x="97055" y="27730"/>
                </a:moveTo>
                <a:cubicBezTo>
                  <a:pt x="62826" y="27730"/>
                  <a:pt x="34359" y="52557"/>
                  <a:pt x="28727" y="85227"/>
                </a:cubicBezTo>
                <a:cubicBezTo>
                  <a:pt x="32756" y="83927"/>
                  <a:pt x="37089" y="83190"/>
                  <a:pt x="41595" y="83190"/>
                </a:cubicBezTo>
                <a:lnTo>
                  <a:pt x="48528" y="83190"/>
                </a:lnTo>
                <a:cubicBezTo>
                  <a:pt x="60010" y="83190"/>
                  <a:pt x="69325" y="92506"/>
                  <a:pt x="69325" y="103988"/>
                </a:cubicBezTo>
                <a:lnTo>
                  <a:pt x="69325" y="145583"/>
                </a:lnTo>
                <a:cubicBezTo>
                  <a:pt x="69325" y="157065"/>
                  <a:pt x="60010" y="166381"/>
                  <a:pt x="48528" y="166381"/>
                </a:cubicBezTo>
                <a:lnTo>
                  <a:pt x="41595" y="166381"/>
                </a:lnTo>
                <a:cubicBezTo>
                  <a:pt x="18631" y="166381"/>
                  <a:pt x="0" y="147749"/>
                  <a:pt x="0" y="124785"/>
                </a:cubicBezTo>
                <a:lnTo>
                  <a:pt x="0" y="97055"/>
                </a:lnTo>
                <a:cubicBezTo>
                  <a:pt x="0" y="43458"/>
                  <a:pt x="43458" y="0"/>
                  <a:pt x="97055" y="0"/>
                </a:cubicBezTo>
                <a:cubicBezTo>
                  <a:pt x="150652" y="0"/>
                  <a:pt x="194111" y="43458"/>
                  <a:pt x="194111" y="97055"/>
                </a:cubicBezTo>
                <a:lnTo>
                  <a:pt x="194111" y="169890"/>
                </a:lnTo>
                <a:cubicBezTo>
                  <a:pt x="194111" y="198617"/>
                  <a:pt x="170800" y="221884"/>
                  <a:pt x="142073" y="221884"/>
                </a:cubicBezTo>
                <a:lnTo>
                  <a:pt x="103988" y="221841"/>
                </a:lnTo>
                <a:lnTo>
                  <a:pt x="90123" y="221841"/>
                </a:lnTo>
                <a:cubicBezTo>
                  <a:pt x="78641" y="221841"/>
                  <a:pt x="69325" y="212525"/>
                  <a:pt x="69325" y="201043"/>
                </a:cubicBezTo>
                <a:cubicBezTo>
                  <a:pt x="69325" y="189561"/>
                  <a:pt x="78641" y="180246"/>
                  <a:pt x="90123" y="180246"/>
                </a:cubicBezTo>
                <a:lnTo>
                  <a:pt x="103988" y="180246"/>
                </a:lnTo>
                <a:cubicBezTo>
                  <a:pt x="115470" y="180246"/>
                  <a:pt x="124785" y="189561"/>
                  <a:pt x="124785" y="201043"/>
                </a:cubicBezTo>
                <a:lnTo>
                  <a:pt x="124785" y="201043"/>
                </a:lnTo>
                <a:lnTo>
                  <a:pt x="142117" y="201043"/>
                </a:lnTo>
                <a:cubicBezTo>
                  <a:pt x="159361" y="201043"/>
                  <a:pt x="173313" y="187092"/>
                  <a:pt x="173313" y="169847"/>
                </a:cubicBezTo>
                <a:lnTo>
                  <a:pt x="173313" y="160791"/>
                </a:lnTo>
                <a:cubicBezTo>
                  <a:pt x="167204" y="164344"/>
                  <a:pt x="160098" y="166337"/>
                  <a:pt x="152516" y="166337"/>
                </a:cubicBezTo>
                <a:lnTo>
                  <a:pt x="145583" y="166337"/>
                </a:lnTo>
                <a:cubicBezTo>
                  <a:pt x="134101" y="166337"/>
                  <a:pt x="124785" y="157022"/>
                  <a:pt x="124785" y="145540"/>
                </a:cubicBezTo>
                <a:lnTo>
                  <a:pt x="124785" y="103945"/>
                </a:lnTo>
                <a:cubicBezTo>
                  <a:pt x="124785" y="92463"/>
                  <a:pt x="134101" y="83147"/>
                  <a:pt x="145583" y="83147"/>
                </a:cubicBezTo>
                <a:lnTo>
                  <a:pt x="152516" y="83147"/>
                </a:lnTo>
                <a:cubicBezTo>
                  <a:pt x="157022" y="83147"/>
                  <a:pt x="161311" y="83840"/>
                  <a:pt x="165384" y="85183"/>
                </a:cubicBezTo>
                <a:cubicBezTo>
                  <a:pt x="159751" y="52557"/>
                  <a:pt x="131328" y="27687"/>
                  <a:pt x="97055" y="276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890321" y="1839692"/>
            <a:ext cx="105374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Suport 24/7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61901" y="2338770"/>
            <a:ext cx="3475506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Asistență tehnică disponibilă non-stop pentru toți clienții.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83854" y="292112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8497318" y="2893535"/>
            <a:ext cx="156212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Helpdesk telefonic și email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83854" y="3142745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8497318" y="3115150"/>
            <a:ext cx="13310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Monitorizare proactivă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3854" y="336436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6"/>
          <p:cNvSpPr/>
          <p:nvPr/>
        </p:nvSpPr>
        <p:spPr>
          <a:xfrm>
            <a:off x="8497318" y="3336765"/>
            <a:ext cx="146969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Timp de răspuns &lt; 15 min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74870" y="3832467"/>
            <a:ext cx="3707617" cy="2117758"/>
          </a:xfrm>
          <a:custGeom>
            <a:avLst/>
            <a:gdLst/>
            <a:ahLst/>
            <a:cxnLst/>
            <a:rect l="l" t="t" r="r" b="b"/>
            <a:pathLst>
              <a:path w="3707617" h="2117758">
                <a:moveTo>
                  <a:pt x="147904" y="0"/>
                </a:moveTo>
                <a:lnTo>
                  <a:pt x="3559713" y="0"/>
                </a:lnTo>
                <a:cubicBezTo>
                  <a:pt x="3641398" y="0"/>
                  <a:pt x="3707617" y="66219"/>
                  <a:pt x="3707617" y="147904"/>
                </a:cubicBezTo>
                <a:lnTo>
                  <a:pt x="3707617" y="1969854"/>
                </a:lnTo>
                <a:cubicBezTo>
                  <a:pt x="3707617" y="2051539"/>
                  <a:pt x="3641398" y="2117758"/>
                  <a:pt x="3559713" y="2117758"/>
                </a:cubicBezTo>
                <a:lnTo>
                  <a:pt x="147904" y="2117758"/>
                </a:lnTo>
                <a:cubicBezTo>
                  <a:pt x="66219" y="2117758"/>
                  <a:pt x="0" y="2051539"/>
                  <a:pt x="0" y="1969854"/>
                </a:cubicBezTo>
                <a:lnTo>
                  <a:pt x="0" y="147904"/>
                </a:lnTo>
                <a:cubicBezTo>
                  <a:pt x="0" y="66274"/>
                  <a:pt x="66274" y="0"/>
                  <a:pt x="147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7803" y="398540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1" name="Shape 39"/>
          <p:cNvSpPr/>
          <p:nvPr/>
        </p:nvSpPr>
        <p:spPr>
          <a:xfrm>
            <a:off x="661864" y="4133202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116510" y="36916"/>
                </a:moveTo>
                <a:lnTo>
                  <a:pt x="65989" y="93069"/>
                </a:lnTo>
                <a:cubicBezTo>
                  <a:pt x="63996" y="95279"/>
                  <a:pt x="64083" y="98702"/>
                  <a:pt x="66206" y="100825"/>
                </a:cubicBezTo>
                <a:cubicBezTo>
                  <a:pt x="79421" y="114040"/>
                  <a:pt x="100868" y="114040"/>
                  <a:pt x="114083" y="100825"/>
                </a:cubicBezTo>
                <a:lnTo>
                  <a:pt x="127862" y="87047"/>
                </a:lnTo>
                <a:cubicBezTo>
                  <a:pt x="129682" y="85227"/>
                  <a:pt x="131978" y="84230"/>
                  <a:pt x="134318" y="84057"/>
                </a:cubicBezTo>
                <a:cubicBezTo>
                  <a:pt x="137264" y="83797"/>
                  <a:pt x="140297" y="84793"/>
                  <a:pt x="142550" y="87047"/>
                </a:cubicBezTo>
                <a:lnTo>
                  <a:pt x="219068" y="162914"/>
                </a:lnTo>
                <a:lnTo>
                  <a:pt x="249571" y="138650"/>
                </a:lnTo>
                <a:lnTo>
                  <a:pt x="249571" y="13865"/>
                </a:lnTo>
                <a:lnTo>
                  <a:pt x="201043" y="41595"/>
                </a:lnTo>
                <a:lnTo>
                  <a:pt x="190731" y="34706"/>
                </a:lnTo>
                <a:cubicBezTo>
                  <a:pt x="183885" y="30156"/>
                  <a:pt x="175869" y="27730"/>
                  <a:pt x="167637" y="27730"/>
                </a:cubicBezTo>
                <a:lnTo>
                  <a:pt x="137134" y="27730"/>
                </a:lnTo>
                <a:cubicBezTo>
                  <a:pt x="136657" y="27730"/>
                  <a:pt x="136137" y="27730"/>
                  <a:pt x="135661" y="27773"/>
                </a:cubicBezTo>
                <a:cubicBezTo>
                  <a:pt x="128338" y="28163"/>
                  <a:pt x="121449" y="31456"/>
                  <a:pt x="116510" y="36916"/>
                </a:cubicBezTo>
                <a:close/>
                <a:moveTo>
                  <a:pt x="50521" y="79161"/>
                </a:moveTo>
                <a:lnTo>
                  <a:pt x="96795" y="27730"/>
                </a:lnTo>
                <a:lnTo>
                  <a:pt x="79637" y="27730"/>
                </a:lnTo>
                <a:cubicBezTo>
                  <a:pt x="68589" y="27730"/>
                  <a:pt x="58017" y="32106"/>
                  <a:pt x="50217" y="39905"/>
                </a:cubicBezTo>
                <a:lnTo>
                  <a:pt x="48528" y="41595"/>
                </a:lnTo>
                <a:lnTo>
                  <a:pt x="0" y="13865"/>
                </a:lnTo>
                <a:lnTo>
                  <a:pt x="0" y="138650"/>
                </a:lnTo>
                <a:lnTo>
                  <a:pt x="67765" y="195107"/>
                </a:lnTo>
                <a:cubicBezTo>
                  <a:pt x="77731" y="203426"/>
                  <a:pt x="90296" y="207976"/>
                  <a:pt x="103251" y="207976"/>
                </a:cubicBezTo>
                <a:lnTo>
                  <a:pt x="110054" y="207976"/>
                </a:lnTo>
                <a:lnTo>
                  <a:pt x="107021" y="204943"/>
                </a:lnTo>
                <a:cubicBezTo>
                  <a:pt x="102948" y="200870"/>
                  <a:pt x="102948" y="194284"/>
                  <a:pt x="107021" y="190254"/>
                </a:cubicBezTo>
                <a:cubicBezTo>
                  <a:pt x="111094" y="186225"/>
                  <a:pt x="117680" y="186182"/>
                  <a:pt x="121709" y="190254"/>
                </a:cubicBezTo>
                <a:lnTo>
                  <a:pt x="139474" y="208019"/>
                </a:lnTo>
                <a:lnTo>
                  <a:pt x="143373" y="208019"/>
                </a:lnTo>
                <a:cubicBezTo>
                  <a:pt x="151649" y="208019"/>
                  <a:pt x="159751" y="206156"/>
                  <a:pt x="167117" y="202690"/>
                </a:cubicBezTo>
                <a:lnTo>
                  <a:pt x="155549" y="191078"/>
                </a:lnTo>
                <a:cubicBezTo>
                  <a:pt x="151476" y="187005"/>
                  <a:pt x="151476" y="180419"/>
                  <a:pt x="155549" y="176389"/>
                </a:cubicBezTo>
                <a:cubicBezTo>
                  <a:pt x="159621" y="172360"/>
                  <a:pt x="166207" y="172317"/>
                  <a:pt x="170237" y="176389"/>
                </a:cubicBezTo>
                <a:lnTo>
                  <a:pt x="184102" y="190254"/>
                </a:lnTo>
                <a:lnTo>
                  <a:pt x="191684" y="182672"/>
                </a:lnTo>
                <a:cubicBezTo>
                  <a:pt x="195541" y="178816"/>
                  <a:pt x="196667" y="173226"/>
                  <a:pt x="194977" y="168330"/>
                </a:cubicBezTo>
                <a:lnTo>
                  <a:pt x="135228" y="109057"/>
                </a:lnTo>
                <a:lnTo>
                  <a:pt x="128772" y="115513"/>
                </a:lnTo>
                <a:cubicBezTo>
                  <a:pt x="107411" y="136874"/>
                  <a:pt x="72835" y="136874"/>
                  <a:pt x="51474" y="115513"/>
                </a:cubicBezTo>
                <a:cubicBezTo>
                  <a:pt x="41508" y="105548"/>
                  <a:pt x="41119" y="89560"/>
                  <a:pt x="50521" y="791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156223" y="4114742"/>
            <a:ext cx="196883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Parteneriate Strategice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7803" y="4613821"/>
            <a:ext cx="347550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Colaborări cu lideri globali în tehnologie.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9756" y="497424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5" name="Text 43"/>
          <p:cNvSpPr/>
          <p:nvPr/>
        </p:nvSpPr>
        <p:spPr>
          <a:xfrm>
            <a:off x="763220" y="4946645"/>
            <a:ext cx="13310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Gold Partner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9756" y="5195864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7" name="Text 45"/>
          <p:cNvSpPr/>
          <p:nvPr/>
        </p:nvSpPr>
        <p:spPr>
          <a:xfrm>
            <a:off x="763220" y="5168269"/>
            <a:ext cx="127558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Cisco Premier Partner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9756" y="541747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9" name="Text 47"/>
          <p:cNvSpPr/>
          <p:nvPr/>
        </p:nvSpPr>
        <p:spPr>
          <a:xfrm>
            <a:off x="763220" y="5389884"/>
            <a:ext cx="139574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Advanced Partner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41839" y="3832467"/>
            <a:ext cx="3707617" cy="2117758"/>
          </a:xfrm>
          <a:custGeom>
            <a:avLst/>
            <a:gdLst/>
            <a:ahLst/>
            <a:cxnLst/>
            <a:rect l="l" t="t" r="r" b="b"/>
            <a:pathLst>
              <a:path w="3707617" h="2117758">
                <a:moveTo>
                  <a:pt x="147904" y="0"/>
                </a:moveTo>
                <a:lnTo>
                  <a:pt x="3559713" y="0"/>
                </a:lnTo>
                <a:cubicBezTo>
                  <a:pt x="3641398" y="0"/>
                  <a:pt x="3707617" y="66219"/>
                  <a:pt x="3707617" y="147904"/>
                </a:cubicBezTo>
                <a:lnTo>
                  <a:pt x="3707617" y="1969854"/>
                </a:lnTo>
                <a:cubicBezTo>
                  <a:pt x="3707617" y="2051539"/>
                  <a:pt x="3641398" y="2117758"/>
                  <a:pt x="3559713" y="2117758"/>
                </a:cubicBezTo>
                <a:lnTo>
                  <a:pt x="147904" y="2117758"/>
                </a:lnTo>
                <a:cubicBezTo>
                  <a:pt x="66219" y="2117758"/>
                  <a:pt x="0" y="2051539"/>
                  <a:pt x="0" y="1969854"/>
                </a:cubicBezTo>
                <a:lnTo>
                  <a:pt x="0" y="147904"/>
                </a:lnTo>
                <a:cubicBezTo>
                  <a:pt x="0" y="66274"/>
                  <a:pt x="66274" y="0"/>
                  <a:pt x="147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94772" y="398540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Shape 50"/>
          <p:cNvSpPr/>
          <p:nvPr/>
        </p:nvSpPr>
        <p:spPr>
          <a:xfrm>
            <a:off x="4528833" y="4133202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103641" y="-3466"/>
                </a:moveTo>
                <a:cubicBezTo>
                  <a:pt x="100998" y="-6153"/>
                  <a:pt x="97142" y="-7236"/>
                  <a:pt x="93502" y="-6239"/>
                </a:cubicBezTo>
                <a:cubicBezTo>
                  <a:pt x="89863" y="-5243"/>
                  <a:pt x="87047" y="-2426"/>
                  <a:pt x="86137" y="1213"/>
                </a:cubicBezTo>
                <a:lnTo>
                  <a:pt x="79507" y="27297"/>
                </a:lnTo>
                <a:cubicBezTo>
                  <a:pt x="79031" y="29203"/>
                  <a:pt x="77081" y="30330"/>
                  <a:pt x="75218" y="29767"/>
                </a:cubicBezTo>
                <a:lnTo>
                  <a:pt x="49308" y="22487"/>
                </a:lnTo>
                <a:cubicBezTo>
                  <a:pt x="45668" y="21447"/>
                  <a:pt x="41768" y="22487"/>
                  <a:pt x="39125" y="25130"/>
                </a:cubicBezTo>
                <a:cubicBezTo>
                  <a:pt x="36482" y="27773"/>
                  <a:pt x="35443" y="31673"/>
                  <a:pt x="36482" y="35313"/>
                </a:cubicBezTo>
                <a:lnTo>
                  <a:pt x="43805" y="61223"/>
                </a:lnTo>
                <a:cubicBezTo>
                  <a:pt x="44325" y="63086"/>
                  <a:pt x="43198" y="65036"/>
                  <a:pt x="41335" y="65512"/>
                </a:cubicBezTo>
                <a:lnTo>
                  <a:pt x="15208" y="72142"/>
                </a:lnTo>
                <a:cubicBezTo>
                  <a:pt x="11569" y="73051"/>
                  <a:pt x="8709" y="75911"/>
                  <a:pt x="7712" y="79551"/>
                </a:cubicBezTo>
                <a:cubicBezTo>
                  <a:pt x="6716" y="83190"/>
                  <a:pt x="7799" y="87047"/>
                  <a:pt x="10485" y="89690"/>
                </a:cubicBezTo>
                <a:lnTo>
                  <a:pt x="29767" y="108451"/>
                </a:lnTo>
                <a:cubicBezTo>
                  <a:pt x="31153" y="109794"/>
                  <a:pt x="31153" y="112047"/>
                  <a:pt x="29767" y="113433"/>
                </a:cubicBezTo>
                <a:lnTo>
                  <a:pt x="10529" y="132195"/>
                </a:lnTo>
                <a:cubicBezTo>
                  <a:pt x="7842" y="134838"/>
                  <a:pt x="6759" y="138694"/>
                  <a:pt x="7756" y="142333"/>
                </a:cubicBezTo>
                <a:cubicBezTo>
                  <a:pt x="8752" y="145973"/>
                  <a:pt x="11612" y="148789"/>
                  <a:pt x="15252" y="149743"/>
                </a:cubicBezTo>
                <a:lnTo>
                  <a:pt x="41335" y="156372"/>
                </a:lnTo>
                <a:cubicBezTo>
                  <a:pt x="43242" y="156848"/>
                  <a:pt x="44368" y="158798"/>
                  <a:pt x="43805" y="160661"/>
                </a:cubicBezTo>
                <a:lnTo>
                  <a:pt x="36482" y="186528"/>
                </a:lnTo>
                <a:cubicBezTo>
                  <a:pt x="35443" y="190168"/>
                  <a:pt x="36482" y="194067"/>
                  <a:pt x="39125" y="196710"/>
                </a:cubicBezTo>
                <a:cubicBezTo>
                  <a:pt x="41768" y="199353"/>
                  <a:pt x="45668" y="200393"/>
                  <a:pt x="49308" y="199353"/>
                </a:cubicBezTo>
                <a:lnTo>
                  <a:pt x="75218" y="192031"/>
                </a:lnTo>
                <a:cubicBezTo>
                  <a:pt x="77081" y="191511"/>
                  <a:pt x="79031" y="192638"/>
                  <a:pt x="79507" y="194501"/>
                </a:cubicBezTo>
                <a:lnTo>
                  <a:pt x="86137" y="220584"/>
                </a:lnTo>
                <a:cubicBezTo>
                  <a:pt x="87047" y="224224"/>
                  <a:pt x="89906" y="227084"/>
                  <a:pt x="93546" y="228080"/>
                </a:cubicBezTo>
                <a:cubicBezTo>
                  <a:pt x="97185" y="229077"/>
                  <a:pt x="101042" y="227993"/>
                  <a:pt x="103685" y="225307"/>
                </a:cubicBezTo>
                <a:lnTo>
                  <a:pt x="122446" y="206026"/>
                </a:lnTo>
                <a:cubicBezTo>
                  <a:pt x="123789" y="204639"/>
                  <a:pt x="126042" y="204639"/>
                  <a:pt x="127428" y="206026"/>
                </a:cubicBezTo>
                <a:lnTo>
                  <a:pt x="146146" y="225307"/>
                </a:lnTo>
                <a:cubicBezTo>
                  <a:pt x="148789" y="227993"/>
                  <a:pt x="152646" y="229077"/>
                  <a:pt x="156285" y="228080"/>
                </a:cubicBezTo>
                <a:cubicBezTo>
                  <a:pt x="159925" y="227084"/>
                  <a:pt x="162741" y="224224"/>
                  <a:pt x="163694" y="220584"/>
                </a:cubicBezTo>
                <a:lnTo>
                  <a:pt x="170323" y="194544"/>
                </a:lnTo>
                <a:cubicBezTo>
                  <a:pt x="170800" y="192638"/>
                  <a:pt x="172750" y="191511"/>
                  <a:pt x="174613" y="192074"/>
                </a:cubicBezTo>
                <a:lnTo>
                  <a:pt x="200523" y="199397"/>
                </a:lnTo>
                <a:cubicBezTo>
                  <a:pt x="204163" y="200437"/>
                  <a:pt x="208062" y="199397"/>
                  <a:pt x="210705" y="196754"/>
                </a:cubicBezTo>
                <a:cubicBezTo>
                  <a:pt x="213348" y="194111"/>
                  <a:pt x="214388" y="190211"/>
                  <a:pt x="213348" y="186572"/>
                </a:cubicBezTo>
                <a:lnTo>
                  <a:pt x="206026" y="160661"/>
                </a:lnTo>
                <a:cubicBezTo>
                  <a:pt x="205506" y="158798"/>
                  <a:pt x="206633" y="156848"/>
                  <a:pt x="208496" y="156372"/>
                </a:cubicBezTo>
                <a:lnTo>
                  <a:pt x="234579" y="149743"/>
                </a:lnTo>
                <a:cubicBezTo>
                  <a:pt x="238219" y="148833"/>
                  <a:pt x="241079" y="145973"/>
                  <a:pt x="242075" y="142333"/>
                </a:cubicBezTo>
                <a:cubicBezTo>
                  <a:pt x="243072" y="138694"/>
                  <a:pt x="241988" y="134794"/>
                  <a:pt x="239302" y="132195"/>
                </a:cubicBezTo>
                <a:lnTo>
                  <a:pt x="220021" y="113433"/>
                </a:lnTo>
                <a:cubicBezTo>
                  <a:pt x="218634" y="112090"/>
                  <a:pt x="218634" y="109837"/>
                  <a:pt x="220021" y="108451"/>
                </a:cubicBezTo>
                <a:lnTo>
                  <a:pt x="239302" y="89690"/>
                </a:lnTo>
                <a:cubicBezTo>
                  <a:pt x="241988" y="87047"/>
                  <a:pt x="243072" y="83190"/>
                  <a:pt x="242075" y="79551"/>
                </a:cubicBezTo>
                <a:cubicBezTo>
                  <a:pt x="241079" y="75911"/>
                  <a:pt x="238219" y="73095"/>
                  <a:pt x="234579" y="72142"/>
                </a:cubicBezTo>
                <a:lnTo>
                  <a:pt x="208496" y="65512"/>
                </a:lnTo>
                <a:cubicBezTo>
                  <a:pt x="206589" y="65036"/>
                  <a:pt x="205463" y="63086"/>
                  <a:pt x="206026" y="61223"/>
                </a:cubicBezTo>
                <a:lnTo>
                  <a:pt x="213348" y="35313"/>
                </a:lnTo>
                <a:cubicBezTo>
                  <a:pt x="214388" y="31673"/>
                  <a:pt x="213348" y="27773"/>
                  <a:pt x="210705" y="25130"/>
                </a:cubicBezTo>
                <a:cubicBezTo>
                  <a:pt x="208062" y="22487"/>
                  <a:pt x="204163" y="21447"/>
                  <a:pt x="200523" y="22487"/>
                </a:cubicBezTo>
                <a:lnTo>
                  <a:pt x="174613" y="29810"/>
                </a:lnTo>
                <a:cubicBezTo>
                  <a:pt x="172750" y="30330"/>
                  <a:pt x="170800" y="29203"/>
                  <a:pt x="170323" y="27340"/>
                </a:cubicBezTo>
                <a:lnTo>
                  <a:pt x="163694" y="1213"/>
                </a:lnTo>
                <a:cubicBezTo>
                  <a:pt x="162784" y="-2426"/>
                  <a:pt x="159925" y="-5286"/>
                  <a:pt x="156285" y="-6283"/>
                </a:cubicBezTo>
                <a:cubicBezTo>
                  <a:pt x="152646" y="-7279"/>
                  <a:pt x="148789" y="-6196"/>
                  <a:pt x="146146" y="-3510"/>
                </a:cubicBezTo>
                <a:lnTo>
                  <a:pt x="127385" y="15815"/>
                </a:lnTo>
                <a:cubicBezTo>
                  <a:pt x="126042" y="17201"/>
                  <a:pt x="123789" y="17201"/>
                  <a:pt x="122402" y="15815"/>
                </a:cubicBezTo>
                <a:lnTo>
                  <a:pt x="103641" y="-34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3192" y="4114742"/>
            <a:ext cx="1173908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94772" y="4613821"/>
            <a:ext cx="3475506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Implementăm soluții conforme cu standardele internaționale.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416725" y="519618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6" name="Text 54"/>
          <p:cNvSpPr/>
          <p:nvPr/>
        </p:nvSpPr>
        <p:spPr>
          <a:xfrm>
            <a:off x="4630189" y="5168585"/>
            <a:ext cx="132180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27001 - Securitate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16725" y="5417804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58" name="Text 56"/>
          <p:cNvSpPr/>
          <p:nvPr/>
        </p:nvSpPr>
        <p:spPr>
          <a:xfrm>
            <a:off x="4630189" y="5390200"/>
            <a:ext cx="112769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9001 - Calitate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416725" y="563941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0" name="Text 58"/>
          <p:cNvSpPr/>
          <p:nvPr/>
        </p:nvSpPr>
        <p:spPr>
          <a:xfrm>
            <a:off x="4630189" y="5611816"/>
            <a:ext cx="1432722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 - Protecția datelor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08968" y="3832467"/>
            <a:ext cx="3707617" cy="2117758"/>
          </a:xfrm>
          <a:custGeom>
            <a:avLst/>
            <a:gdLst/>
            <a:ahLst/>
            <a:cxnLst/>
            <a:rect l="l" t="t" r="r" b="b"/>
            <a:pathLst>
              <a:path w="3707617" h="2117758">
                <a:moveTo>
                  <a:pt x="147904" y="0"/>
                </a:moveTo>
                <a:lnTo>
                  <a:pt x="3559713" y="0"/>
                </a:lnTo>
                <a:cubicBezTo>
                  <a:pt x="3641398" y="0"/>
                  <a:pt x="3707617" y="66219"/>
                  <a:pt x="3707617" y="147904"/>
                </a:cubicBezTo>
                <a:lnTo>
                  <a:pt x="3707617" y="1969854"/>
                </a:lnTo>
                <a:cubicBezTo>
                  <a:pt x="3707617" y="2051539"/>
                  <a:pt x="3641398" y="2117758"/>
                  <a:pt x="3559713" y="2117758"/>
                </a:cubicBezTo>
                <a:lnTo>
                  <a:pt x="147904" y="2117758"/>
                </a:lnTo>
                <a:cubicBezTo>
                  <a:pt x="66219" y="2117758"/>
                  <a:pt x="0" y="2051539"/>
                  <a:pt x="0" y="1969854"/>
                </a:cubicBezTo>
                <a:lnTo>
                  <a:pt x="0" y="147904"/>
                </a:lnTo>
                <a:cubicBezTo>
                  <a:pt x="0" y="66274"/>
                  <a:pt x="66274" y="0"/>
                  <a:pt x="147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50000"/>
                </a:srgbClr>
              </a:gs>
              <a:gs pos="100000">
                <a:srgbClr val="1E3A5F">
                  <a:alpha val="20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61901" y="3985407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3" name="Shape 61"/>
          <p:cNvSpPr/>
          <p:nvPr/>
        </p:nvSpPr>
        <p:spPr>
          <a:xfrm>
            <a:off x="8451422" y="4133202"/>
            <a:ext cx="138650" cy="221841"/>
          </a:xfrm>
          <a:custGeom>
            <a:avLst/>
            <a:gdLst/>
            <a:ahLst/>
            <a:cxnLst/>
            <a:rect l="l" t="t" r="r" b="b"/>
            <a:pathLst>
              <a:path w="138650" h="221841">
                <a:moveTo>
                  <a:pt x="58926" y="10399"/>
                </a:moveTo>
                <a:cubicBezTo>
                  <a:pt x="58926" y="4636"/>
                  <a:pt x="63563" y="0"/>
                  <a:pt x="69325" y="0"/>
                </a:cubicBezTo>
                <a:cubicBezTo>
                  <a:pt x="75088" y="0"/>
                  <a:pt x="79724" y="4636"/>
                  <a:pt x="79724" y="10399"/>
                </a:cubicBezTo>
                <a:lnTo>
                  <a:pt x="79724" y="27730"/>
                </a:lnTo>
                <a:lnTo>
                  <a:pt x="103988" y="27730"/>
                </a:lnTo>
                <a:cubicBezTo>
                  <a:pt x="111657" y="27730"/>
                  <a:pt x="117853" y="33926"/>
                  <a:pt x="117853" y="41595"/>
                </a:cubicBezTo>
                <a:cubicBezTo>
                  <a:pt x="117853" y="49264"/>
                  <a:pt x="111657" y="55460"/>
                  <a:pt x="103988" y="55460"/>
                </a:cubicBezTo>
                <a:lnTo>
                  <a:pt x="54204" y="55460"/>
                </a:lnTo>
                <a:cubicBezTo>
                  <a:pt x="43415" y="55460"/>
                  <a:pt x="34663" y="64213"/>
                  <a:pt x="34663" y="75001"/>
                </a:cubicBezTo>
                <a:cubicBezTo>
                  <a:pt x="34663" y="84750"/>
                  <a:pt x="41812" y="92982"/>
                  <a:pt x="51431" y="94369"/>
                </a:cubicBezTo>
                <a:lnTo>
                  <a:pt x="91119" y="100045"/>
                </a:lnTo>
                <a:cubicBezTo>
                  <a:pt x="114430" y="103381"/>
                  <a:pt x="131718" y="123312"/>
                  <a:pt x="131718" y="146840"/>
                </a:cubicBezTo>
                <a:cubicBezTo>
                  <a:pt x="131718" y="172966"/>
                  <a:pt x="110530" y="194111"/>
                  <a:pt x="84447" y="194111"/>
                </a:cubicBezTo>
                <a:lnTo>
                  <a:pt x="79724" y="194111"/>
                </a:lnTo>
                <a:lnTo>
                  <a:pt x="79724" y="211442"/>
                </a:lnTo>
                <a:cubicBezTo>
                  <a:pt x="79724" y="217205"/>
                  <a:pt x="75088" y="221841"/>
                  <a:pt x="69325" y="221841"/>
                </a:cubicBezTo>
                <a:cubicBezTo>
                  <a:pt x="63563" y="221841"/>
                  <a:pt x="58926" y="217205"/>
                  <a:pt x="58926" y="211442"/>
                </a:cubicBezTo>
                <a:lnTo>
                  <a:pt x="58926" y="194111"/>
                </a:lnTo>
                <a:lnTo>
                  <a:pt x="27730" y="194111"/>
                </a:lnTo>
                <a:cubicBezTo>
                  <a:pt x="20061" y="194111"/>
                  <a:pt x="13865" y="187915"/>
                  <a:pt x="13865" y="180246"/>
                </a:cubicBezTo>
                <a:cubicBezTo>
                  <a:pt x="13865" y="172577"/>
                  <a:pt x="20061" y="166381"/>
                  <a:pt x="27730" y="166381"/>
                </a:cubicBezTo>
                <a:lnTo>
                  <a:pt x="84447" y="166381"/>
                </a:lnTo>
                <a:cubicBezTo>
                  <a:pt x="95236" y="166381"/>
                  <a:pt x="103988" y="157628"/>
                  <a:pt x="103988" y="146840"/>
                </a:cubicBezTo>
                <a:cubicBezTo>
                  <a:pt x="103988" y="137091"/>
                  <a:pt x="96839" y="128858"/>
                  <a:pt x="87220" y="127472"/>
                </a:cubicBezTo>
                <a:lnTo>
                  <a:pt x="47531" y="121796"/>
                </a:lnTo>
                <a:cubicBezTo>
                  <a:pt x="24221" y="118503"/>
                  <a:pt x="6933" y="98529"/>
                  <a:pt x="6933" y="75001"/>
                </a:cubicBezTo>
                <a:cubicBezTo>
                  <a:pt x="6933" y="48918"/>
                  <a:pt x="28120" y="27730"/>
                  <a:pt x="54204" y="27730"/>
                </a:cubicBezTo>
                <a:lnTo>
                  <a:pt x="58926" y="27730"/>
                </a:lnTo>
                <a:lnTo>
                  <a:pt x="58926" y="103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8890321" y="4114742"/>
            <a:ext cx="181170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Costuri Transparente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61901" y="4613821"/>
            <a:ext cx="3475506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Fără costuri ascunse, doar soluții eficiente din punct de vedere al costurilor.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83854" y="519618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7" name="Text 65"/>
          <p:cNvSpPr/>
          <p:nvPr/>
        </p:nvSpPr>
        <p:spPr>
          <a:xfrm>
            <a:off x="8497318" y="5168585"/>
            <a:ext cx="1377262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 de preț flexibile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83854" y="5417804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69" name="Text 67"/>
          <p:cNvSpPr/>
          <p:nvPr/>
        </p:nvSpPr>
        <p:spPr>
          <a:xfrm>
            <a:off x="8497318" y="5390200"/>
            <a:ext cx="859633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măsurabil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83854" y="5639419"/>
            <a:ext cx="113231" cy="129407"/>
          </a:xfrm>
          <a:custGeom>
            <a:avLst/>
            <a:gdLst/>
            <a:ahLst/>
            <a:cxnLst/>
            <a:rect l="l" t="t" r="r" b="b"/>
            <a:pathLst>
              <a:path w="113231" h="129407">
                <a:moveTo>
                  <a:pt x="109895" y="17718"/>
                </a:moveTo>
                <a:cubicBezTo>
                  <a:pt x="113509" y="20346"/>
                  <a:pt x="114318" y="25401"/>
                  <a:pt x="111689" y="29016"/>
                </a:cubicBezTo>
                <a:lnTo>
                  <a:pt x="46986" y="117983"/>
                </a:lnTo>
                <a:cubicBezTo>
                  <a:pt x="45596" y="119904"/>
                  <a:pt x="43447" y="121092"/>
                  <a:pt x="41072" y="121294"/>
                </a:cubicBezTo>
                <a:cubicBezTo>
                  <a:pt x="38696" y="121496"/>
                  <a:pt x="36396" y="120611"/>
                  <a:pt x="34728" y="118943"/>
                </a:cubicBezTo>
                <a:lnTo>
                  <a:pt x="2376" y="86592"/>
                </a:lnTo>
                <a:cubicBezTo>
                  <a:pt x="-784" y="83432"/>
                  <a:pt x="-784" y="78301"/>
                  <a:pt x="2376" y="75142"/>
                </a:cubicBezTo>
                <a:cubicBezTo>
                  <a:pt x="5535" y="71983"/>
                  <a:pt x="10666" y="71983"/>
                  <a:pt x="13825" y="75142"/>
                </a:cubicBezTo>
                <a:lnTo>
                  <a:pt x="39479" y="100796"/>
                </a:lnTo>
                <a:lnTo>
                  <a:pt x="98622" y="19487"/>
                </a:lnTo>
                <a:cubicBezTo>
                  <a:pt x="101251" y="15873"/>
                  <a:pt x="106306" y="15064"/>
                  <a:pt x="109920" y="176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71" name="Text 69"/>
          <p:cNvSpPr/>
          <p:nvPr/>
        </p:nvSpPr>
        <p:spPr>
          <a:xfrm>
            <a:off x="8497318" y="5611816"/>
            <a:ext cx="127558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Fără taxe neașteptate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74870" y="6070616"/>
            <a:ext cx="2774037" cy="786713"/>
          </a:xfrm>
          <a:custGeom>
            <a:avLst/>
            <a:gdLst/>
            <a:ahLst/>
            <a:cxnLst/>
            <a:rect l="l" t="t" r="r" b="b"/>
            <a:pathLst>
              <a:path w="2774037" h="786713">
                <a:moveTo>
                  <a:pt x="110919" y="0"/>
                </a:moveTo>
                <a:lnTo>
                  <a:pt x="2663118" y="0"/>
                </a:lnTo>
                <a:cubicBezTo>
                  <a:pt x="2724377" y="0"/>
                  <a:pt x="2774037" y="49660"/>
                  <a:pt x="2774037" y="110919"/>
                </a:cubicBezTo>
                <a:lnTo>
                  <a:pt x="2774037" y="675794"/>
                </a:lnTo>
                <a:cubicBezTo>
                  <a:pt x="2774037" y="737053"/>
                  <a:pt x="2724377" y="786713"/>
                  <a:pt x="2663118" y="786713"/>
                </a:cubicBezTo>
                <a:lnTo>
                  <a:pt x="110919" y="786713"/>
                </a:lnTo>
                <a:cubicBezTo>
                  <a:pt x="49660" y="786713"/>
                  <a:pt x="0" y="737053"/>
                  <a:pt x="0" y="675794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1568" y="6186637"/>
            <a:ext cx="2680576" cy="3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58542" y="6556219"/>
            <a:ext cx="260662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Clienți Mulțumiți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265829" y="6070616"/>
            <a:ext cx="2774037" cy="786713"/>
          </a:xfrm>
          <a:custGeom>
            <a:avLst/>
            <a:gdLst/>
            <a:ahLst/>
            <a:cxnLst/>
            <a:rect l="l" t="t" r="r" b="b"/>
            <a:pathLst>
              <a:path w="2774037" h="786713">
                <a:moveTo>
                  <a:pt x="110919" y="0"/>
                </a:moveTo>
                <a:lnTo>
                  <a:pt x="2663118" y="0"/>
                </a:lnTo>
                <a:cubicBezTo>
                  <a:pt x="2724377" y="0"/>
                  <a:pt x="2774037" y="49660"/>
                  <a:pt x="2774037" y="110919"/>
                </a:cubicBezTo>
                <a:lnTo>
                  <a:pt x="2774037" y="675794"/>
                </a:lnTo>
                <a:cubicBezTo>
                  <a:pt x="2774037" y="737053"/>
                  <a:pt x="2724377" y="786713"/>
                  <a:pt x="2663118" y="786713"/>
                </a:cubicBezTo>
                <a:lnTo>
                  <a:pt x="110919" y="786713"/>
                </a:lnTo>
                <a:cubicBezTo>
                  <a:pt x="49660" y="786713"/>
                  <a:pt x="0" y="737053"/>
                  <a:pt x="0" y="675794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gradFill rotWithShape="1" flip="none">
            <a:gsLst>
              <a:gs pos="0">
                <a:srgbClr val="60A5FA">
                  <a:alpha val="20000"/>
                </a:srgbClr>
              </a:gs>
              <a:gs pos="100000">
                <a:srgbClr val="60A5FA">
                  <a:alpha val="5000"/>
                </a:srgbClr>
              </a:gs>
            </a:gsLst>
            <a:lin ang="2700000" scaled="1"/>
          </a:gradFill>
          <a:ln w="14111">
            <a:solidFill>
              <a:srgbClr val="60A5FA">
                <a:alpha val="30196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12527" y="6186637"/>
            <a:ext cx="2680576" cy="3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349501" y="6556219"/>
            <a:ext cx="260662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 Experiență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56949" y="6070616"/>
            <a:ext cx="2774037" cy="786713"/>
          </a:xfrm>
          <a:custGeom>
            <a:avLst/>
            <a:gdLst/>
            <a:ahLst/>
            <a:cxnLst/>
            <a:rect l="l" t="t" r="r" b="b"/>
            <a:pathLst>
              <a:path w="2774037" h="786713">
                <a:moveTo>
                  <a:pt x="110919" y="0"/>
                </a:moveTo>
                <a:lnTo>
                  <a:pt x="2663118" y="0"/>
                </a:lnTo>
                <a:cubicBezTo>
                  <a:pt x="2724377" y="0"/>
                  <a:pt x="2774037" y="49660"/>
                  <a:pt x="2774037" y="110919"/>
                </a:cubicBezTo>
                <a:lnTo>
                  <a:pt x="2774037" y="675794"/>
                </a:lnTo>
                <a:cubicBezTo>
                  <a:pt x="2774037" y="737053"/>
                  <a:pt x="2724377" y="786713"/>
                  <a:pt x="2663118" y="786713"/>
                </a:cubicBezTo>
                <a:lnTo>
                  <a:pt x="110919" y="786713"/>
                </a:lnTo>
                <a:cubicBezTo>
                  <a:pt x="49660" y="786713"/>
                  <a:pt x="0" y="737053"/>
                  <a:pt x="0" y="675794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4111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03647" y="6186637"/>
            <a:ext cx="2680576" cy="3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40621" y="6556219"/>
            <a:ext cx="260662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Experți IT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48069" y="6070616"/>
            <a:ext cx="2774037" cy="786713"/>
          </a:xfrm>
          <a:custGeom>
            <a:avLst/>
            <a:gdLst/>
            <a:ahLst/>
            <a:cxnLst/>
            <a:rect l="l" t="t" r="r" b="b"/>
            <a:pathLst>
              <a:path w="2774037" h="786713">
                <a:moveTo>
                  <a:pt x="110919" y="0"/>
                </a:moveTo>
                <a:lnTo>
                  <a:pt x="2663118" y="0"/>
                </a:lnTo>
                <a:cubicBezTo>
                  <a:pt x="2724377" y="0"/>
                  <a:pt x="2774037" y="49660"/>
                  <a:pt x="2774037" y="110919"/>
                </a:cubicBezTo>
                <a:lnTo>
                  <a:pt x="2774037" y="675794"/>
                </a:lnTo>
                <a:cubicBezTo>
                  <a:pt x="2774037" y="737053"/>
                  <a:pt x="2724377" y="786713"/>
                  <a:pt x="2663118" y="786713"/>
                </a:cubicBezTo>
                <a:lnTo>
                  <a:pt x="110919" y="786713"/>
                </a:lnTo>
                <a:cubicBezTo>
                  <a:pt x="49660" y="786713"/>
                  <a:pt x="0" y="737053"/>
                  <a:pt x="0" y="675794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gradFill rotWithShape="1" flip="none">
            <a:gsLst>
              <a:gs pos="0">
                <a:srgbClr val="60A5FA">
                  <a:alpha val="20000"/>
                </a:srgbClr>
              </a:gs>
              <a:gs pos="100000">
                <a:srgbClr val="60A5FA">
                  <a:alpha val="5000"/>
                </a:srgbClr>
              </a:gs>
            </a:gsLst>
            <a:lin ang="2700000" scaled="1"/>
          </a:gradFill>
          <a:ln w="14111">
            <a:solidFill>
              <a:srgbClr val="60A5FA">
                <a:alpha val="30196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94767" y="6186637"/>
            <a:ext cx="2680576" cy="3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131740" y="6556219"/>
            <a:ext cx="2606629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Garantat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4c8a7a3cd7fbff7606f9d56b6a4540d430d37c6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72" b="7772"/>
          <a:stretch/>
        </p:blipFill>
        <p:spPr>
          <a:xfrm>
            <a:off x="0" y="0"/>
            <a:ext cx="12192000" cy="685916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163"/>
          </a:xfrm>
          <a:custGeom>
            <a:avLst/>
            <a:gdLst/>
            <a:ahLst/>
            <a:cxnLst/>
            <a:rect l="l" t="t" r="r" b="b"/>
            <a:pathLst>
              <a:path w="12192000" h="6859163">
                <a:moveTo>
                  <a:pt x="0" y="0"/>
                </a:moveTo>
                <a:lnTo>
                  <a:pt x="12192000" y="0"/>
                </a:lnTo>
                <a:lnTo>
                  <a:pt x="12192000" y="6859163"/>
                </a:lnTo>
                <a:lnTo>
                  <a:pt x="0" y="685916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628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A1628">
                  <a:alpha val="95000"/>
                </a:srgbClr>
              </a:gs>
            </a:gsLst>
            <a:lin ang="2700000" scaled="1"/>
          </a:gradFill>
          <a:ln/>
        </p:spPr>
      </p:sp>
      <p:pic>
        <p:nvPicPr>
          <p:cNvPr id="4" name="Image 1" descr="https://statics.moonshot.cn/kimi-ppt/html-gen/static/image-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970" y="-79499"/>
            <a:ext cx="914400" cy="893363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2383593" y="1037162"/>
            <a:ext cx="7426882" cy="139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Să începem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transformarea digitală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203445" y="2656493"/>
            <a:ext cx="1786919" cy="74455"/>
          </a:xfrm>
          <a:custGeom>
            <a:avLst/>
            <a:gdLst/>
            <a:ahLst/>
            <a:cxnLst/>
            <a:rect l="l" t="t" r="r" b="b"/>
            <a:pathLst>
              <a:path w="1786919" h="74455">
                <a:moveTo>
                  <a:pt x="0" y="0"/>
                </a:moveTo>
                <a:lnTo>
                  <a:pt x="1786919" y="0"/>
                </a:lnTo>
                <a:lnTo>
                  <a:pt x="1786919" y="74455"/>
                </a:lnTo>
                <a:lnTo>
                  <a:pt x="0" y="74455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3"/>
          <p:cNvSpPr/>
          <p:nvPr/>
        </p:nvSpPr>
        <p:spPr>
          <a:xfrm>
            <a:off x="2467355" y="3028614"/>
            <a:ext cx="7259359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5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Contactați-ne pentru o consultație gratuită și descoperiți cum AXIOM IT vă poate ajuta organizația să atingă noi niveluri de eficiență și inovație.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932630" y="4057049"/>
            <a:ext cx="2569730" cy="1797260"/>
          </a:xfrm>
          <a:custGeom>
            <a:avLst/>
            <a:gdLst/>
            <a:ahLst/>
            <a:cxnLst/>
            <a:rect l="l" t="t" r="r" b="b"/>
            <a:pathLst>
              <a:path w="2569730" h="1797260">
                <a:moveTo>
                  <a:pt x="148903" y="0"/>
                </a:moveTo>
                <a:lnTo>
                  <a:pt x="2420827" y="0"/>
                </a:lnTo>
                <a:cubicBezTo>
                  <a:pt x="2503064" y="0"/>
                  <a:pt x="2569730" y="66666"/>
                  <a:pt x="2569730" y="148903"/>
                </a:cubicBezTo>
                <a:lnTo>
                  <a:pt x="2569730" y="1648357"/>
                </a:lnTo>
                <a:cubicBezTo>
                  <a:pt x="2569730" y="1730594"/>
                  <a:pt x="2503064" y="1797260"/>
                  <a:pt x="2420827" y="1797260"/>
                </a:cubicBezTo>
                <a:lnTo>
                  <a:pt x="148903" y="1797260"/>
                </a:lnTo>
                <a:cubicBezTo>
                  <a:pt x="66666" y="1797260"/>
                  <a:pt x="0" y="1730594"/>
                  <a:pt x="0" y="1648357"/>
                </a:cubicBezTo>
                <a:lnTo>
                  <a:pt x="0" y="148903"/>
                </a:lnTo>
                <a:cubicBezTo>
                  <a:pt x="0" y="66666"/>
                  <a:pt x="66666" y="0"/>
                  <a:pt x="1489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920192" y="4285523"/>
            <a:ext cx="595640" cy="595640"/>
          </a:xfrm>
          <a:custGeom>
            <a:avLst/>
            <a:gdLst/>
            <a:ahLst/>
            <a:cxnLst/>
            <a:rect l="l" t="t" r="r" b="b"/>
            <a:pathLst>
              <a:path w="595640" h="595640">
                <a:moveTo>
                  <a:pt x="111682" y="0"/>
                </a:moveTo>
                <a:lnTo>
                  <a:pt x="483957" y="0"/>
                </a:lnTo>
                <a:cubicBezTo>
                  <a:pt x="545596" y="0"/>
                  <a:pt x="595640" y="50043"/>
                  <a:pt x="595640" y="111682"/>
                </a:cubicBezTo>
                <a:lnTo>
                  <a:pt x="595640" y="483957"/>
                </a:lnTo>
                <a:cubicBezTo>
                  <a:pt x="595640" y="545596"/>
                  <a:pt x="545596" y="595640"/>
                  <a:pt x="483957" y="595640"/>
                </a:cubicBezTo>
                <a:lnTo>
                  <a:pt x="111682" y="595640"/>
                </a:lnTo>
                <a:cubicBezTo>
                  <a:pt x="50043" y="595640"/>
                  <a:pt x="0" y="545596"/>
                  <a:pt x="0" y="483957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6"/>
          <p:cNvSpPr/>
          <p:nvPr/>
        </p:nvSpPr>
        <p:spPr>
          <a:xfrm>
            <a:off x="3106297" y="4471660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153476" y="10906"/>
                </a:moveTo>
                <a:cubicBezTo>
                  <a:pt x="156879" y="2705"/>
                  <a:pt x="165866" y="-1701"/>
                  <a:pt x="174460" y="654"/>
                </a:cubicBezTo>
                <a:lnTo>
                  <a:pt x="176860" y="1309"/>
                </a:lnTo>
                <a:cubicBezTo>
                  <a:pt x="205042" y="8987"/>
                  <a:pt x="229124" y="36297"/>
                  <a:pt x="222100" y="69540"/>
                </a:cubicBezTo>
                <a:cubicBezTo>
                  <a:pt x="205915" y="145885"/>
                  <a:pt x="145842" y="205958"/>
                  <a:pt x="69496" y="222143"/>
                </a:cubicBezTo>
                <a:cubicBezTo>
                  <a:pt x="36210" y="229211"/>
                  <a:pt x="8943" y="205086"/>
                  <a:pt x="1265" y="176903"/>
                </a:cubicBezTo>
                <a:lnTo>
                  <a:pt x="611" y="174504"/>
                </a:lnTo>
                <a:cubicBezTo>
                  <a:pt x="-1745" y="165910"/>
                  <a:pt x="2661" y="156923"/>
                  <a:pt x="10863" y="153520"/>
                </a:cubicBezTo>
                <a:lnTo>
                  <a:pt x="53311" y="135851"/>
                </a:lnTo>
                <a:cubicBezTo>
                  <a:pt x="60509" y="132841"/>
                  <a:pt x="68842" y="134935"/>
                  <a:pt x="73815" y="140999"/>
                </a:cubicBezTo>
                <a:lnTo>
                  <a:pt x="90655" y="161591"/>
                </a:lnTo>
                <a:cubicBezTo>
                  <a:pt x="121324" y="146365"/>
                  <a:pt x="145972" y="120888"/>
                  <a:pt x="160151" y="89651"/>
                </a:cubicBezTo>
                <a:lnTo>
                  <a:pt x="140912" y="73902"/>
                </a:lnTo>
                <a:cubicBezTo>
                  <a:pt x="134848" y="68973"/>
                  <a:pt x="132797" y="60640"/>
                  <a:pt x="135764" y="53398"/>
                </a:cubicBezTo>
                <a:lnTo>
                  <a:pt x="153476" y="109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2114566" y="5029909"/>
            <a:ext cx="2205728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Telefon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119220" y="5364702"/>
            <a:ext cx="219642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+40 21 XXX XXXX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811458" y="4057049"/>
            <a:ext cx="2569730" cy="1797260"/>
          </a:xfrm>
          <a:custGeom>
            <a:avLst/>
            <a:gdLst/>
            <a:ahLst/>
            <a:cxnLst/>
            <a:rect l="l" t="t" r="r" b="b"/>
            <a:pathLst>
              <a:path w="2569730" h="1797260">
                <a:moveTo>
                  <a:pt x="148903" y="0"/>
                </a:moveTo>
                <a:lnTo>
                  <a:pt x="2420827" y="0"/>
                </a:lnTo>
                <a:cubicBezTo>
                  <a:pt x="2503064" y="0"/>
                  <a:pt x="2569730" y="66666"/>
                  <a:pt x="2569730" y="148903"/>
                </a:cubicBezTo>
                <a:lnTo>
                  <a:pt x="2569730" y="1648357"/>
                </a:lnTo>
                <a:cubicBezTo>
                  <a:pt x="2569730" y="1730594"/>
                  <a:pt x="2503064" y="1797260"/>
                  <a:pt x="2420827" y="1797260"/>
                </a:cubicBezTo>
                <a:lnTo>
                  <a:pt x="148903" y="1797260"/>
                </a:lnTo>
                <a:cubicBezTo>
                  <a:pt x="66666" y="1797260"/>
                  <a:pt x="0" y="1730594"/>
                  <a:pt x="0" y="1648357"/>
                </a:cubicBezTo>
                <a:lnTo>
                  <a:pt x="0" y="148903"/>
                </a:lnTo>
                <a:cubicBezTo>
                  <a:pt x="0" y="66666"/>
                  <a:pt x="66666" y="0"/>
                  <a:pt x="1489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99021" y="4285523"/>
            <a:ext cx="595640" cy="595640"/>
          </a:xfrm>
          <a:custGeom>
            <a:avLst/>
            <a:gdLst/>
            <a:ahLst/>
            <a:cxnLst/>
            <a:rect l="l" t="t" r="r" b="b"/>
            <a:pathLst>
              <a:path w="595640" h="595640">
                <a:moveTo>
                  <a:pt x="111682" y="0"/>
                </a:moveTo>
                <a:lnTo>
                  <a:pt x="483957" y="0"/>
                </a:lnTo>
                <a:cubicBezTo>
                  <a:pt x="545596" y="0"/>
                  <a:pt x="595640" y="50043"/>
                  <a:pt x="595640" y="111682"/>
                </a:cubicBezTo>
                <a:lnTo>
                  <a:pt x="595640" y="483957"/>
                </a:lnTo>
                <a:cubicBezTo>
                  <a:pt x="595640" y="545596"/>
                  <a:pt x="545596" y="595640"/>
                  <a:pt x="483957" y="595640"/>
                </a:cubicBezTo>
                <a:lnTo>
                  <a:pt x="111682" y="595640"/>
                </a:lnTo>
                <a:cubicBezTo>
                  <a:pt x="50043" y="595640"/>
                  <a:pt x="0" y="545596"/>
                  <a:pt x="0" y="483957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985126" y="4471660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20940" y="27921"/>
                </a:moveTo>
                <a:cubicBezTo>
                  <a:pt x="9380" y="27921"/>
                  <a:pt x="0" y="37300"/>
                  <a:pt x="0" y="48861"/>
                </a:cubicBezTo>
                <a:cubicBezTo>
                  <a:pt x="0" y="55449"/>
                  <a:pt x="3097" y="61643"/>
                  <a:pt x="8376" y="65613"/>
                </a:cubicBezTo>
                <a:lnTo>
                  <a:pt x="99118" y="133670"/>
                </a:lnTo>
                <a:cubicBezTo>
                  <a:pt x="106578" y="139254"/>
                  <a:pt x="116787" y="139254"/>
                  <a:pt x="124247" y="133670"/>
                </a:cubicBezTo>
                <a:lnTo>
                  <a:pt x="214989" y="65613"/>
                </a:lnTo>
                <a:cubicBezTo>
                  <a:pt x="220267" y="61643"/>
                  <a:pt x="223365" y="55449"/>
                  <a:pt x="223365" y="48861"/>
                </a:cubicBezTo>
                <a:cubicBezTo>
                  <a:pt x="223365" y="37300"/>
                  <a:pt x="213985" y="27921"/>
                  <a:pt x="202424" y="27921"/>
                </a:cubicBezTo>
                <a:lnTo>
                  <a:pt x="20940" y="27921"/>
                </a:lnTo>
                <a:close/>
                <a:moveTo>
                  <a:pt x="0" y="85507"/>
                </a:moveTo>
                <a:lnTo>
                  <a:pt x="0" y="167524"/>
                </a:lnTo>
                <a:cubicBezTo>
                  <a:pt x="0" y="182924"/>
                  <a:pt x="12521" y="195444"/>
                  <a:pt x="27921" y="195444"/>
                </a:cubicBezTo>
                <a:lnTo>
                  <a:pt x="195444" y="195444"/>
                </a:lnTo>
                <a:cubicBezTo>
                  <a:pt x="210844" y="195444"/>
                  <a:pt x="223365" y="182924"/>
                  <a:pt x="223365" y="167524"/>
                </a:cubicBezTo>
                <a:lnTo>
                  <a:pt x="223365" y="85507"/>
                </a:lnTo>
                <a:lnTo>
                  <a:pt x="136811" y="150422"/>
                </a:lnTo>
                <a:cubicBezTo>
                  <a:pt x="121935" y="161591"/>
                  <a:pt x="101430" y="161591"/>
                  <a:pt x="86554" y="150422"/>
                </a:cubicBezTo>
                <a:lnTo>
                  <a:pt x="0" y="8550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4993395" y="5029909"/>
            <a:ext cx="2205728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98048" y="5364702"/>
            <a:ext cx="219642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contact@axiom-it.ro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690287" y="4057049"/>
            <a:ext cx="2569730" cy="1797260"/>
          </a:xfrm>
          <a:custGeom>
            <a:avLst/>
            <a:gdLst/>
            <a:ahLst/>
            <a:cxnLst/>
            <a:rect l="l" t="t" r="r" b="b"/>
            <a:pathLst>
              <a:path w="2569730" h="1797260">
                <a:moveTo>
                  <a:pt x="148903" y="0"/>
                </a:moveTo>
                <a:lnTo>
                  <a:pt x="2420827" y="0"/>
                </a:lnTo>
                <a:cubicBezTo>
                  <a:pt x="2503064" y="0"/>
                  <a:pt x="2569730" y="66666"/>
                  <a:pt x="2569730" y="148903"/>
                </a:cubicBezTo>
                <a:lnTo>
                  <a:pt x="2569730" y="1648357"/>
                </a:lnTo>
                <a:cubicBezTo>
                  <a:pt x="2569730" y="1730594"/>
                  <a:pt x="2503064" y="1797260"/>
                  <a:pt x="2420827" y="1797260"/>
                </a:cubicBezTo>
                <a:lnTo>
                  <a:pt x="148903" y="1797260"/>
                </a:lnTo>
                <a:cubicBezTo>
                  <a:pt x="66666" y="1797260"/>
                  <a:pt x="0" y="1730594"/>
                  <a:pt x="0" y="1648357"/>
                </a:cubicBezTo>
                <a:lnTo>
                  <a:pt x="0" y="148903"/>
                </a:lnTo>
                <a:cubicBezTo>
                  <a:pt x="0" y="66666"/>
                  <a:pt x="66666" y="0"/>
                  <a:pt x="1489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7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4111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77849" y="4285523"/>
            <a:ext cx="595640" cy="595640"/>
          </a:xfrm>
          <a:custGeom>
            <a:avLst/>
            <a:gdLst/>
            <a:ahLst/>
            <a:cxnLst/>
            <a:rect l="l" t="t" r="r" b="b"/>
            <a:pathLst>
              <a:path w="595640" h="595640">
                <a:moveTo>
                  <a:pt x="111682" y="0"/>
                </a:moveTo>
                <a:lnTo>
                  <a:pt x="483957" y="0"/>
                </a:lnTo>
                <a:cubicBezTo>
                  <a:pt x="545596" y="0"/>
                  <a:pt x="595640" y="50043"/>
                  <a:pt x="595640" y="111682"/>
                </a:cubicBezTo>
                <a:lnTo>
                  <a:pt x="595640" y="483957"/>
                </a:lnTo>
                <a:cubicBezTo>
                  <a:pt x="595640" y="545596"/>
                  <a:pt x="545596" y="595640"/>
                  <a:pt x="483957" y="595640"/>
                </a:cubicBezTo>
                <a:lnTo>
                  <a:pt x="111682" y="595640"/>
                </a:lnTo>
                <a:cubicBezTo>
                  <a:pt x="50043" y="595640"/>
                  <a:pt x="0" y="545596"/>
                  <a:pt x="0" y="483957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8863954" y="4471660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153520" y="122153"/>
                </a:moveTo>
                <a:lnTo>
                  <a:pt x="70238" y="122153"/>
                </a:lnTo>
                <a:cubicBezTo>
                  <a:pt x="71503" y="150291"/>
                  <a:pt x="77741" y="176205"/>
                  <a:pt x="86598" y="195183"/>
                </a:cubicBezTo>
                <a:cubicBezTo>
                  <a:pt x="91571" y="205871"/>
                  <a:pt x="96937" y="213418"/>
                  <a:pt x="101910" y="218043"/>
                </a:cubicBezTo>
                <a:cubicBezTo>
                  <a:pt x="106796" y="222623"/>
                  <a:pt x="110156" y="223365"/>
                  <a:pt x="111901" y="223365"/>
                </a:cubicBezTo>
                <a:cubicBezTo>
                  <a:pt x="113646" y="223365"/>
                  <a:pt x="117005" y="222623"/>
                  <a:pt x="121891" y="218043"/>
                </a:cubicBezTo>
                <a:cubicBezTo>
                  <a:pt x="126864" y="213418"/>
                  <a:pt x="132230" y="205827"/>
                  <a:pt x="137204" y="195183"/>
                </a:cubicBezTo>
                <a:cubicBezTo>
                  <a:pt x="146060" y="176205"/>
                  <a:pt x="152298" y="150291"/>
                  <a:pt x="153563" y="122153"/>
                </a:cubicBezTo>
                <a:close/>
                <a:moveTo>
                  <a:pt x="70194" y="101212"/>
                </a:moveTo>
                <a:lnTo>
                  <a:pt x="153476" y="101212"/>
                </a:lnTo>
                <a:cubicBezTo>
                  <a:pt x="152255" y="73073"/>
                  <a:pt x="146016" y="47160"/>
                  <a:pt x="137160" y="28182"/>
                </a:cubicBezTo>
                <a:cubicBezTo>
                  <a:pt x="132187" y="17538"/>
                  <a:pt x="126821" y="9947"/>
                  <a:pt x="121847" y="5322"/>
                </a:cubicBezTo>
                <a:cubicBezTo>
                  <a:pt x="116961" y="742"/>
                  <a:pt x="113602" y="0"/>
                  <a:pt x="111857" y="0"/>
                </a:cubicBezTo>
                <a:cubicBezTo>
                  <a:pt x="110112" y="0"/>
                  <a:pt x="106753" y="742"/>
                  <a:pt x="101867" y="5322"/>
                </a:cubicBezTo>
                <a:cubicBezTo>
                  <a:pt x="96893" y="9947"/>
                  <a:pt x="91527" y="17538"/>
                  <a:pt x="86554" y="28182"/>
                </a:cubicBezTo>
                <a:cubicBezTo>
                  <a:pt x="77698" y="47160"/>
                  <a:pt x="71459" y="73073"/>
                  <a:pt x="70194" y="101212"/>
                </a:cubicBezTo>
                <a:close/>
                <a:moveTo>
                  <a:pt x="49254" y="101212"/>
                </a:moveTo>
                <a:cubicBezTo>
                  <a:pt x="50781" y="63868"/>
                  <a:pt x="60422" y="29186"/>
                  <a:pt x="74513" y="6413"/>
                </a:cubicBezTo>
                <a:cubicBezTo>
                  <a:pt x="34334" y="20635"/>
                  <a:pt x="4755" y="57237"/>
                  <a:pt x="654" y="101212"/>
                </a:cubicBezTo>
                <a:lnTo>
                  <a:pt x="49254" y="101212"/>
                </a:lnTo>
                <a:close/>
                <a:moveTo>
                  <a:pt x="654" y="122153"/>
                </a:moveTo>
                <a:cubicBezTo>
                  <a:pt x="4755" y="166128"/>
                  <a:pt x="34334" y="202730"/>
                  <a:pt x="74513" y="216952"/>
                </a:cubicBezTo>
                <a:cubicBezTo>
                  <a:pt x="60422" y="194179"/>
                  <a:pt x="50781" y="159496"/>
                  <a:pt x="49254" y="122153"/>
                </a:cubicBezTo>
                <a:lnTo>
                  <a:pt x="654" y="122153"/>
                </a:lnTo>
                <a:close/>
                <a:moveTo>
                  <a:pt x="174460" y="122153"/>
                </a:moveTo>
                <a:cubicBezTo>
                  <a:pt x="172933" y="159496"/>
                  <a:pt x="163292" y="194179"/>
                  <a:pt x="149201" y="216952"/>
                </a:cubicBezTo>
                <a:cubicBezTo>
                  <a:pt x="189380" y="202686"/>
                  <a:pt x="218959" y="166128"/>
                  <a:pt x="223060" y="122153"/>
                </a:cubicBezTo>
                <a:lnTo>
                  <a:pt x="174460" y="122153"/>
                </a:lnTo>
                <a:close/>
                <a:moveTo>
                  <a:pt x="223060" y="101212"/>
                </a:moveTo>
                <a:cubicBezTo>
                  <a:pt x="218959" y="57237"/>
                  <a:pt x="189380" y="20635"/>
                  <a:pt x="149201" y="6413"/>
                </a:cubicBezTo>
                <a:cubicBezTo>
                  <a:pt x="163292" y="29186"/>
                  <a:pt x="172933" y="63868"/>
                  <a:pt x="174460" y="101212"/>
                </a:cubicBezTo>
                <a:lnTo>
                  <a:pt x="223060" y="1012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7872223" y="5029909"/>
            <a:ext cx="2205728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876876" y="5364702"/>
            <a:ext cx="219642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www.axiom-it.ro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518712" y="6156749"/>
            <a:ext cx="195444" cy="223365"/>
          </a:xfrm>
          <a:custGeom>
            <a:avLst/>
            <a:gdLst/>
            <a:ahLst/>
            <a:cxnLst/>
            <a:rect l="l" t="t" r="r" b="b"/>
            <a:pathLst>
              <a:path w="195444" h="223365">
                <a:moveTo>
                  <a:pt x="181484" y="13960"/>
                </a:moveTo>
                <a:lnTo>
                  <a:pt x="13917" y="13960"/>
                </a:lnTo>
                <a:cubicBezTo>
                  <a:pt x="6239" y="13960"/>
                  <a:pt x="0" y="20286"/>
                  <a:pt x="0" y="28051"/>
                </a:cubicBezTo>
                <a:lnTo>
                  <a:pt x="0" y="195313"/>
                </a:lnTo>
                <a:cubicBezTo>
                  <a:pt x="0" y="203079"/>
                  <a:pt x="6239" y="209405"/>
                  <a:pt x="13917" y="209405"/>
                </a:cubicBezTo>
                <a:lnTo>
                  <a:pt x="181484" y="209405"/>
                </a:lnTo>
                <a:cubicBezTo>
                  <a:pt x="189162" y="209405"/>
                  <a:pt x="195444" y="203079"/>
                  <a:pt x="195444" y="195313"/>
                </a:cubicBezTo>
                <a:lnTo>
                  <a:pt x="195444" y="28051"/>
                </a:lnTo>
                <a:cubicBezTo>
                  <a:pt x="195444" y="20286"/>
                  <a:pt x="189162" y="13960"/>
                  <a:pt x="181484" y="13960"/>
                </a:cubicBezTo>
                <a:close/>
                <a:moveTo>
                  <a:pt x="59070" y="181484"/>
                </a:moveTo>
                <a:lnTo>
                  <a:pt x="30102" y="181484"/>
                </a:lnTo>
                <a:lnTo>
                  <a:pt x="30102" y="88212"/>
                </a:lnTo>
                <a:lnTo>
                  <a:pt x="59113" y="88212"/>
                </a:lnTo>
                <a:lnTo>
                  <a:pt x="59113" y="181484"/>
                </a:lnTo>
                <a:lnTo>
                  <a:pt x="59070" y="181484"/>
                </a:lnTo>
                <a:close/>
                <a:moveTo>
                  <a:pt x="44586" y="41881"/>
                </a:moveTo>
                <a:cubicBezTo>
                  <a:pt x="53856" y="41881"/>
                  <a:pt x="61382" y="49407"/>
                  <a:pt x="61382" y="58677"/>
                </a:cubicBezTo>
                <a:cubicBezTo>
                  <a:pt x="61382" y="67947"/>
                  <a:pt x="53856" y="75473"/>
                  <a:pt x="44586" y="75473"/>
                </a:cubicBezTo>
                <a:cubicBezTo>
                  <a:pt x="35316" y="75473"/>
                  <a:pt x="27790" y="67947"/>
                  <a:pt x="27790" y="58677"/>
                </a:cubicBezTo>
                <a:cubicBezTo>
                  <a:pt x="27790" y="49407"/>
                  <a:pt x="35316" y="41881"/>
                  <a:pt x="44586" y="41881"/>
                </a:cubicBezTo>
                <a:close/>
                <a:moveTo>
                  <a:pt x="167655" y="181484"/>
                </a:moveTo>
                <a:lnTo>
                  <a:pt x="138687" y="181484"/>
                </a:lnTo>
                <a:lnTo>
                  <a:pt x="138687" y="136113"/>
                </a:lnTo>
                <a:cubicBezTo>
                  <a:pt x="138687" y="125294"/>
                  <a:pt x="138469" y="111377"/>
                  <a:pt x="123636" y="111377"/>
                </a:cubicBezTo>
                <a:cubicBezTo>
                  <a:pt x="108541" y="111377"/>
                  <a:pt x="106229" y="123156"/>
                  <a:pt x="106229" y="135328"/>
                </a:cubicBezTo>
                <a:lnTo>
                  <a:pt x="106229" y="181484"/>
                </a:lnTo>
                <a:lnTo>
                  <a:pt x="77262" y="181484"/>
                </a:lnTo>
                <a:lnTo>
                  <a:pt x="77262" y="88212"/>
                </a:lnTo>
                <a:lnTo>
                  <a:pt x="105051" y="88212"/>
                </a:lnTo>
                <a:lnTo>
                  <a:pt x="105051" y="100950"/>
                </a:lnTo>
                <a:lnTo>
                  <a:pt x="105444" y="100950"/>
                </a:lnTo>
                <a:cubicBezTo>
                  <a:pt x="109327" y="93621"/>
                  <a:pt x="118793" y="85900"/>
                  <a:pt x="132885" y="85900"/>
                </a:cubicBezTo>
                <a:cubicBezTo>
                  <a:pt x="162201" y="85900"/>
                  <a:pt x="167655" y="105226"/>
                  <a:pt x="167655" y="130354"/>
                </a:cubicBezTo>
                <a:lnTo>
                  <a:pt x="167655" y="18148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0"/>
          <p:cNvSpPr/>
          <p:nvPr/>
        </p:nvSpPr>
        <p:spPr>
          <a:xfrm>
            <a:off x="4867526" y="6156749"/>
            <a:ext cx="61425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661001" y="6156749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223365" y="111682"/>
                </a:moveTo>
                <a:cubicBezTo>
                  <a:pt x="223365" y="49995"/>
                  <a:pt x="173370" y="0"/>
                  <a:pt x="111682" y="0"/>
                </a:cubicBezTo>
                <a:cubicBezTo>
                  <a:pt x="49995" y="0"/>
                  <a:pt x="0" y="49995"/>
                  <a:pt x="0" y="111682"/>
                </a:cubicBezTo>
                <a:cubicBezTo>
                  <a:pt x="0" y="164034"/>
                  <a:pt x="36079" y="208009"/>
                  <a:pt x="84722" y="220093"/>
                </a:cubicBezTo>
                <a:lnTo>
                  <a:pt x="84722" y="145798"/>
                </a:lnTo>
                <a:lnTo>
                  <a:pt x="61687" y="145798"/>
                </a:lnTo>
                <a:lnTo>
                  <a:pt x="61687" y="111682"/>
                </a:lnTo>
                <a:lnTo>
                  <a:pt x="84722" y="111682"/>
                </a:lnTo>
                <a:lnTo>
                  <a:pt x="84722" y="96980"/>
                </a:lnTo>
                <a:cubicBezTo>
                  <a:pt x="84722" y="58982"/>
                  <a:pt x="101910" y="41357"/>
                  <a:pt x="139254" y="41357"/>
                </a:cubicBezTo>
                <a:cubicBezTo>
                  <a:pt x="146321" y="41357"/>
                  <a:pt x="158537" y="42753"/>
                  <a:pt x="163554" y="44149"/>
                </a:cubicBezTo>
                <a:lnTo>
                  <a:pt x="163554" y="75037"/>
                </a:lnTo>
                <a:cubicBezTo>
                  <a:pt x="160936" y="74775"/>
                  <a:pt x="156355" y="74600"/>
                  <a:pt x="150640" y="74600"/>
                </a:cubicBezTo>
                <a:cubicBezTo>
                  <a:pt x="132318" y="74600"/>
                  <a:pt x="125250" y="81537"/>
                  <a:pt x="125250" y="99554"/>
                </a:cubicBezTo>
                <a:lnTo>
                  <a:pt x="125250" y="111682"/>
                </a:lnTo>
                <a:lnTo>
                  <a:pt x="161721" y="111682"/>
                </a:lnTo>
                <a:lnTo>
                  <a:pt x="155439" y="145798"/>
                </a:lnTo>
                <a:lnTo>
                  <a:pt x="125206" y="145798"/>
                </a:lnTo>
                <a:lnTo>
                  <a:pt x="125206" y="222536"/>
                </a:lnTo>
                <a:cubicBezTo>
                  <a:pt x="180524" y="215861"/>
                  <a:pt x="223365" y="168789"/>
                  <a:pt x="223365" y="11168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2"/>
          <p:cNvSpPr/>
          <p:nvPr/>
        </p:nvSpPr>
        <p:spPr>
          <a:xfrm>
            <a:off x="6023775" y="6156749"/>
            <a:ext cx="69801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895454" y="6156749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200418" y="66181"/>
                </a:moveTo>
                <a:cubicBezTo>
                  <a:pt x="200549" y="68144"/>
                  <a:pt x="200549" y="70151"/>
                  <a:pt x="200549" y="72114"/>
                </a:cubicBezTo>
                <a:cubicBezTo>
                  <a:pt x="200549" y="132623"/>
                  <a:pt x="154480" y="202381"/>
                  <a:pt x="70281" y="202381"/>
                </a:cubicBezTo>
                <a:cubicBezTo>
                  <a:pt x="44324" y="202381"/>
                  <a:pt x="20242" y="194877"/>
                  <a:pt x="0" y="181833"/>
                </a:cubicBezTo>
                <a:cubicBezTo>
                  <a:pt x="3665" y="182269"/>
                  <a:pt x="7242" y="182400"/>
                  <a:pt x="11037" y="182400"/>
                </a:cubicBezTo>
                <a:cubicBezTo>
                  <a:pt x="32458" y="182400"/>
                  <a:pt x="52133" y="175158"/>
                  <a:pt x="67882" y="162856"/>
                </a:cubicBezTo>
                <a:cubicBezTo>
                  <a:pt x="47770" y="162419"/>
                  <a:pt x="30887" y="149244"/>
                  <a:pt x="25085" y="131096"/>
                </a:cubicBezTo>
                <a:cubicBezTo>
                  <a:pt x="27921" y="131532"/>
                  <a:pt x="30756" y="131794"/>
                  <a:pt x="33723" y="131794"/>
                </a:cubicBezTo>
                <a:cubicBezTo>
                  <a:pt x="37824" y="131794"/>
                  <a:pt x="41925" y="131227"/>
                  <a:pt x="45764" y="130223"/>
                </a:cubicBezTo>
                <a:cubicBezTo>
                  <a:pt x="24780" y="125992"/>
                  <a:pt x="9074" y="107538"/>
                  <a:pt x="9074" y="85289"/>
                </a:cubicBezTo>
                <a:lnTo>
                  <a:pt x="9074" y="84722"/>
                </a:lnTo>
                <a:cubicBezTo>
                  <a:pt x="15182" y="88124"/>
                  <a:pt x="22249" y="90262"/>
                  <a:pt x="29753" y="90524"/>
                </a:cubicBezTo>
                <a:cubicBezTo>
                  <a:pt x="17407" y="82322"/>
                  <a:pt x="9336" y="68275"/>
                  <a:pt x="9336" y="52395"/>
                </a:cubicBezTo>
                <a:cubicBezTo>
                  <a:pt x="9336" y="43888"/>
                  <a:pt x="11605" y="36079"/>
                  <a:pt x="15574" y="29273"/>
                </a:cubicBezTo>
                <a:cubicBezTo>
                  <a:pt x="38129" y="57063"/>
                  <a:pt x="71983" y="75211"/>
                  <a:pt x="109981" y="77174"/>
                </a:cubicBezTo>
                <a:cubicBezTo>
                  <a:pt x="109283" y="73771"/>
                  <a:pt x="108847" y="70238"/>
                  <a:pt x="108847" y="66704"/>
                </a:cubicBezTo>
                <a:cubicBezTo>
                  <a:pt x="108847" y="41488"/>
                  <a:pt x="129264" y="20940"/>
                  <a:pt x="154610" y="20940"/>
                </a:cubicBezTo>
                <a:cubicBezTo>
                  <a:pt x="167785" y="20940"/>
                  <a:pt x="179695" y="26481"/>
                  <a:pt x="188071" y="35381"/>
                </a:cubicBezTo>
                <a:cubicBezTo>
                  <a:pt x="198411" y="33417"/>
                  <a:pt x="208358" y="29578"/>
                  <a:pt x="217126" y="24343"/>
                </a:cubicBezTo>
                <a:cubicBezTo>
                  <a:pt x="213724" y="34988"/>
                  <a:pt x="206482" y="43888"/>
                  <a:pt x="197015" y="49559"/>
                </a:cubicBezTo>
                <a:cubicBezTo>
                  <a:pt x="206220" y="48556"/>
                  <a:pt x="215163" y="46025"/>
                  <a:pt x="223365" y="42492"/>
                </a:cubicBezTo>
                <a:cubicBezTo>
                  <a:pt x="217126" y="51566"/>
                  <a:pt x="209317" y="59637"/>
                  <a:pt x="200418" y="6618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7258228" y="6156749"/>
            <a:ext cx="530492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464228" y="6677997"/>
            <a:ext cx="335047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© 2026 AXIOM IT. Toate drepturile rezervate.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 IT - Soluții Tehnologice Complete</dc:title>
  <dc:subject>AXIOM IT - Soluții Tehnologice Complete</dc:subject>
  <dc:creator>Kimi</dc:creator>
  <cp:lastModifiedBy>Kimi</cp:lastModifiedBy>
  <cp:revision>1</cp:revision>
  <dcterms:created xsi:type="dcterms:W3CDTF">2026-03-24T20:03:38Z</dcterms:created>
  <dcterms:modified xsi:type="dcterms:W3CDTF">2026-03-24T20:03:38Z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{"Label":"AXIOM IT - Soluții Tehnologice Complete","ContentProducer":"001191110108MACG2KBH8F10000","ProduceID":"19d216be-92f2-8981-8000-00005e972ab0","ReservedCode1":"","ContentPropagator":"001191110108MACG2KBH8F20000","PropagateID":"19d216be-92f2-8981-8000-00005e972ab0","ReservedCode2":""}</vt:lpwstr>
  </property>
</Properties>
</file>